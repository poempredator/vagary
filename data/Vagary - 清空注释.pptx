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60" r:id="rId1"/>
  </p:sldMasterIdLst>
  <p:notesMasterIdLst>
    <p:notesMasterId r:id="rId133"/>
  </p:notesMasterIdLst>
  <p:sldIdLst>
    <p:sldId id="256" r:id="rId2"/>
    <p:sldId id="267" r:id="rId3"/>
    <p:sldId id="268" r:id="rId4"/>
    <p:sldId id="269" r:id="rId5"/>
    <p:sldId id="395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328" r:id="rId65"/>
    <p:sldId id="329" r:id="rId66"/>
    <p:sldId id="331" r:id="rId67"/>
    <p:sldId id="332" r:id="rId68"/>
    <p:sldId id="333" r:id="rId69"/>
    <p:sldId id="334" r:id="rId70"/>
    <p:sldId id="335" r:id="rId71"/>
    <p:sldId id="336" r:id="rId72"/>
    <p:sldId id="337" r:id="rId73"/>
    <p:sldId id="338" r:id="rId74"/>
    <p:sldId id="339" r:id="rId75"/>
    <p:sldId id="340" r:id="rId76"/>
    <p:sldId id="341" r:id="rId77"/>
    <p:sldId id="342" r:id="rId78"/>
    <p:sldId id="343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2" r:id="rId88"/>
    <p:sldId id="353" r:id="rId89"/>
    <p:sldId id="354" r:id="rId90"/>
    <p:sldId id="355" r:id="rId91"/>
    <p:sldId id="356" r:id="rId92"/>
    <p:sldId id="357" r:id="rId93"/>
    <p:sldId id="358" r:id="rId94"/>
    <p:sldId id="359" r:id="rId95"/>
    <p:sldId id="360" r:id="rId96"/>
    <p:sldId id="361" r:id="rId97"/>
    <p:sldId id="362" r:id="rId98"/>
    <p:sldId id="363" r:id="rId99"/>
    <p:sldId id="365" r:id="rId100"/>
    <p:sldId id="366" r:id="rId101"/>
    <p:sldId id="367" r:id="rId102"/>
    <p:sldId id="368" r:id="rId103"/>
    <p:sldId id="369" r:id="rId104"/>
    <p:sldId id="370" r:id="rId105"/>
    <p:sldId id="371" r:id="rId106"/>
    <p:sldId id="372" r:id="rId107"/>
    <p:sldId id="373" r:id="rId108"/>
    <p:sldId id="374" r:id="rId109"/>
    <p:sldId id="375" r:id="rId110"/>
    <p:sldId id="376" r:id="rId111"/>
    <p:sldId id="377" r:id="rId112"/>
    <p:sldId id="378" r:id="rId113"/>
    <p:sldId id="379" r:id="rId114"/>
    <p:sldId id="380" r:id="rId115"/>
    <p:sldId id="381" r:id="rId116"/>
    <p:sldId id="382" r:id="rId117"/>
    <p:sldId id="383" r:id="rId118"/>
    <p:sldId id="384" r:id="rId119"/>
    <p:sldId id="385" r:id="rId120"/>
    <p:sldId id="386" r:id="rId121"/>
    <p:sldId id="387" r:id="rId122"/>
    <p:sldId id="388" r:id="rId123"/>
    <p:sldId id="389" r:id="rId124"/>
    <p:sldId id="390" r:id="rId125"/>
    <p:sldId id="391" r:id="rId126"/>
    <p:sldId id="392" r:id="rId127"/>
    <p:sldId id="393" r:id="rId128"/>
    <p:sldId id="263" r:id="rId129"/>
    <p:sldId id="264" r:id="rId130"/>
    <p:sldId id="265" r:id="rId131"/>
    <p:sldId id="394" r:id="rId1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F9FC"/>
    <a:srgbClr val="FFE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426" autoAdjust="0"/>
    <p:restoredTop sz="95995" autoAdjust="0"/>
  </p:normalViewPr>
  <p:slideViewPr>
    <p:cSldViewPr snapToGrid="0" showGuides="1">
      <p:cViewPr varScale="1">
        <p:scale>
          <a:sx n="106" d="100"/>
          <a:sy n="106" d="100"/>
        </p:scale>
        <p:origin x="120" y="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838CD-01AC-436F-8344-7F2D5F67F90A}" type="datetimeFigureOut">
              <a:rPr lang="zh-CN" altLang="en-US" smtClean="0"/>
              <a:t>2026/8/3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A69DE-673F-4597-BFEF-ECEFCECADA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18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6483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789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680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3042-D140-0F39-F811-B36014839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081F3A-B2F9-D2F6-2246-5B9480103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660AD3E-910A-3201-EC81-0CEE5FD932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E70CBF-CB83-EE51-A334-3C1CF6169B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5082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9207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0315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7464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7587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22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8678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4605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846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013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263572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2438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43342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4481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9478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2922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16803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1015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7495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44137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96629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316721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7784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4621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15880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620463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1549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1526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2404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97306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239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8196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43169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4925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258308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13858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6048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4501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22529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30566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22445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72610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8180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084021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748834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1005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730900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4824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4451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06389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306518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48971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697952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85926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43500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765911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4727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798693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107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15946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460150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1712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31674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521162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998207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606566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8554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5522866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0A69DE-673F-4597-BFEF-ECEFCECADAED}" type="slidenum">
              <a:rPr lang="zh-CN" altLang="en-US" smtClean="0"/>
              <a:t>131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096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>
            <a:extLst>
              <a:ext uri="{FF2B5EF4-FFF2-40B4-BE49-F238E27FC236}">
                <a16:creationId xmlns:a16="http://schemas.microsoft.com/office/drawing/2014/main" id="{66814D48-5A0C-F853-50CC-21F9913B23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23027" y="1112478"/>
            <a:ext cx="2160000" cy="21600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92A06085-CE57-79AC-1A97-EE73AFAF76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3572763"/>
            <a:ext cx="4149306" cy="417134"/>
          </a:xfrm>
          <a:prstGeom prst="rect">
            <a:avLst/>
          </a:prstGeom>
        </p:spPr>
        <p:txBody>
          <a:bodyPr/>
          <a:lstStyle>
            <a:lvl1pPr algn="ctr">
              <a:buNone/>
              <a:defRPr>
                <a:solidFill>
                  <a:schemeClr val="tx1"/>
                </a:solidFill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</a:lstStyle>
          <a:p>
            <a:pPr lvl="0"/>
            <a:r>
              <a:rPr lang="en-US" altLang="zh-CN" dirty="0"/>
              <a:t>《》</a:t>
            </a:r>
            <a:endParaRPr lang="zh-CN" altLang="en-US" dirty="0"/>
          </a:p>
        </p:txBody>
      </p:sp>
      <p:sp>
        <p:nvSpPr>
          <p:cNvPr id="17" name="文本占位符 9">
            <a:extLst>
              <a:ext uri="{FF2B5EF4-FFF2-40B4-BE49-F238E27FC236}">
                <a16:creationId xmlns:a16="http://schemas.microsoft.com/office/drawing/2014/main" id="{87EB733B-68CA-6E3F-482C-D0E98CB558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648" y="4249341"/>
            <a:ext cx="3122762" cy="37080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</a:lstStyle>
          <a:p>
            <a:pPr lvl="0"/>
            <a:endParaRPr lang="zh-CN" altLang="en-US" dirty="0"/>
          </a:p>
        </p:txBody>
      </p:sp>
      <p:sp>
        <p:nvSpPr>
          <p:cNvPr id="18" name="文本占位符 9">
            <a:extLst>
              <a:ext uri="{FF2B5EF4-FFF2-40B4-BE49-F238E27FC236}">
                <a16:creationId xmlns:a16="http://schemas.microsoft.com/office/drawing/2014/main" id="{7B059C73-E5D2-6F96-D088-0906260DA9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1647" y="4878117"/>
            <a:ext cx="3122762" cy="370800"/>
          </a:xfrm>
          <a:prstGeom prst="rect">
            <a:avLst/>
          </a:prstGeom>
        </p:spPr>
        <p:txBody>
          <a:bodyPr/>
          <a:lstStyle>
            <a:lvl1pPr algn="l">
              <a:buNone/>
              <a:defRPr lang="zh-CN" altLang="en-US" sz="1600" dirty="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19" name="文本占位符 9">
            <a:extLst>
              <a:ext uri="{FF2B5EF4-FFF2-40B4-BE49-F238E27FC236}">
                <a16:creationId xmlns:a16="http://schemas.microsoft.com/office/drawing/2014/main" id="{B1223D1B-3309-DC48-EAEF-CE6B2E3E324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0446" y="5488932"/>
            <a:ext cx="3122762" cy="370800"/>
          </a:xfrm>
          <a:prstGeom prst="rect">
            <a:avLst/>
          </a:prstGeom>
        </p:spPr>
        <p:txBody>
          <a:bodyPr/>
          <a:lstStyle>
            <a:lvl1pPr algn="l">
              <a:buNone/>
              <a:defRPr lang="zh-CN" altLang="en-US" sz="1600" dirty="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</a:lstStyle>
          <a:p>
            <a:pPr marL="0" lvl="0" indent="0">
              <a:buNone/>
            </a:pP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C31F1C-16F6-66CA-0AC7-4268899309D0}"/>
              </a:ext>
            </a:extLst>
          </p:cNvPr>
          <p:cNvSpPr txBox="1"/>
          <p:nvPr userDrawn="1"/>
        </p:nvSpPr>
        <p:spPr>
          <a:xfrm>
            <a:off x="26730" y="4249341"/>
            <a:ext cx="896297" cy="369332"/>
          </a:xfrm>
          <a:prstGeom prst="rect">
            <a:avLst/>
          </a:prstGeom>
        </p:spPr>
        <p:txBody>
          <a:bodyPr/>
          <a:lstStyle>
            <a:lvl1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zh-CN" altLang="en-US" sz="1600" dirty="0"/>
              <a:t>唱：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33F9115-8FB1-4692-18F2-7168F3BA22FF}"/>
              </a:ext>
            </a:extLst>
          </p:cNvPr>
          <p:cNvSpPr txBox="1"/>
          <p:nvPr userDrawn="1"/>
        </p:nvSpPr>
        <p:spPr>
          <a:xfrm>
            <a:off x="26730" y="4878117"/>
            <a:ext cx="896297" cy="369332"/>
          </a:xfrm>
          <a:prstGeom prst="rect">
            <a:avLst/>
          </a:prstGeom>
        </p:spPr>
        <p:txBody>
          <a:bodyPr/>
          <a:lstStyle>
            <a:lvl1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zh-CN" altLang="en-US" sz="1600" dirty="0"/>
              <a:t>曲：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1880959-25E5-34F0-F074-E3391EEC04EC}"/>
              </a:ext>
            </a:extLst>
          </p:cNvPr>
          <p:cNvSpPr txBox="1"/>
          <p:nvPr userDrawn="1"/>
        </p:nvSpPr>
        <p:spPr>
          <a:xfrm>
            <a:off x="26730" y="5488932"/>
            <a:ext cx="896297" cy="369332"/>
          </a:xfrm>
          <a:prstGeom prst="rect">
            <a:avLst/>
          </a:prstGeom>
        </p:spPr>
        <p:txBody>
          <a:bodyPr/>
          <a:lstStyle>
            <a:lvl1pPr marL="228600" lvl="0" indent="-2286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  <a:lvl2pPr marL="685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lang="zh-CN" altLang="en-US" sz="1600" dirty="0"/>
              <a:t>标签：</a:t>
            </a:r>
          </a:p>
        </p:txBody>
      </p:sp>
      <p:sp>
        <p:nvSpPr>
          <p:cNvPr id="28" name="文本占位符 9">
            <a:extLst>
              <a:ext uri="{FF2B5EF4-FFF2-40B4-BE49-F238E27FC236}">
                <a16:creationId xmlns:a16="http://schemas.microsoft.com/office/drawing/2014/main" id="{CB9A7609-DA09-09D2-7385-8F5789372FD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48794" y="304195"/>
            <a:ext cx="6781537" cy="14469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latin typeface="Noto Sans S Chinese Medium" panose="020B0600000000000000" pitchFamily="34" charset="-122"/>
                <a:ea typeface="Noto Sans S Chinese Medium" panose="020B0600000000000000" pitchFamily="34" charset="-122"/>
              </a:defRPr>
            </a:lvl1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972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42F1BB77-3A8F-4658-9AAF-E6BE868E3D77}"/>
              </a:ext>
            </a:extLst>
          </p:cNvPr>
          <p:cNvCxnSpPr>
            <a:cxnSpLocks/>
          </p:cNvCxnSpPr>
          <p:nvPr userDrawn="1"/>
        </p:nvCxnSpPr>
        <p:spPr>
          <a:xfrm>
            <a:off x="4183811" y="0"/>
            <a:ext cx="0" cy="60816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D57E8597-B92B-A528-7A02-FD7FB90C3CB1}"/>
              </a:ext>
            </a:extLst>
          </p:cNvPr>
          <p:cNvCxnSpPr>
            <a:cxnSpLocks/>
          </p:cNvCxnSpPr>
          <p:nvPr userDrawn="1"/>
        </p:nvCxnSpPr>
        <p:spPr>
          <a:xfrm flipH="1">
            <a:off x="4183811" y="2096219"/>
            <a:ext cx="800818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BDD5718-ACBB-DCFB-29D0-A31BFFCA9BD4}"/>
              </a:ext>
            </a:extLst>
          </p:cNvPr>
          <p:cNvSpPr txBox="1"/>
          <p:nvPr userDrawn="1"/>
        </p:nvSpPr>
        <p:spPr>
          <a:xfrm>
            <a:off x="4361878" y="319177"/>
            <a:ext cx="615553" cy="213072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歌词节选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9DDE65B-C886-011B-BAE7-0F0A9164D1C9}"/>
              </a:ext>
            </a:extLst>
          </p:cNvPr>
          <p:cNvSpPr txBox="1"/>
          <p:nvPr userDrawn="1"/>
        </p:nvSpPr>
        <p:spPr>
          <a:xfrm rot="16200000">
            <a:off x="5096347" y="1561379"/>
            <a:ext cx="615553" cy="213072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28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创作者说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33B2989-074F-C475-EE56-DAB16B6C2FA3}"/>
              </a:ext>
            </a:extLst>
          </p:cNvPr>
          <p:cNvSpPr txBox="1"/>
          <p:nvPr userDrawn="1"/>
        </p:nvSpPr>
        <p:spPr>
          <a:xfrm rot="16200000">
            <a:off x="1656279" y="-438408"/>
            <a:ext cx="615553" cy="213072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zh-CN" altLang="en-US" sz="2800" dirty="0">
                <a:latin typeface="Noto Sans SC Black" panose="020B0200000000000000" pitchFamily="34" charset="-122"/>
                <a:ea typeface="Noto Sans SC Black" panose="020B0200000000000000" pitchFamily="34" charset="-122"/>
              </a:rPr>
              <a:t>歌曲信息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64952CE-6DE8-0D6C-7A4C-6AC7558360AB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081623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986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1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image" Target="../media/image128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1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3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8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6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9.png"/><Relationship Id="rId4" Type="http://schemas.openxmlformats.org/officeDocument/2006/relationships/image" Target="../media/image14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1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7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0.png"/><Relationship Id="rId4" Type="http://schemas.openxmlformats.org/officeDocument/2006/relationships/image" Target="../media/image159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2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6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9.jp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2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6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1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3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4.jp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5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9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jp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2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image" Target="../media/image193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8.png"/><Relationship Id="rId2" Type="http://schemas.openxmlformats.org/officeDocument/2006/relationships/image" Target="../media/image197.jp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jp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5.jpe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6.png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1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.jpe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3.jpg"/><Relationship Id="rId4" Type="http://schemas.openxmlformats.org/officeDocument/2006/relationships/image" Target="../media/image71.jp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4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5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16.jp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9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jpe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1.png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2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png"/><Relationship Id="rId2" Type="http://schemas.openxmlformats.org/officeDocument/2006/relationships/image" Target="../media/image223.jpe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6.png"/><Relationship Id="rId2" Type="http://schemas.openxmlformats.org/officeDocument/2006/relationships/image" Target="../media/image225.jp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7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9.png"/><Relationship Id="rId2" Type="http://schemas.openxmlformats.org/officeDocument/2006/relationships/image" Target="../media/image228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0.png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2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233.jp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9.png"/><Relationship Id="rId4" Type="http://schemas.openxmlformats.org/officeDocument/2006/relationships/image" Target="../media/image236.png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jpe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8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0.png"/><Relationship Id="rId4" Type="http://schemas.openxmlformats.org/officeDocument/2006/relationships/image" Target="../media/image239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jp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1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242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png"/><Relationship Id="rId2" Type="http://schemas.openxmlformats.org/officeDocument/2006/relationships/image" Target="../media/image244.jp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7.png"/><Relationship Id="rId2" Type="http://schemas.openxmlformats.org/officeDocument/2006/relationships/image" Target="../media/image246.jp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jp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2" Type="http://schemas.openxmlformats.org/officeDocument/2006/relationships/image" Target="../media/image250.jp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3.png"/><Relationship Id="rId2" Type="http://schemas.openxmlformats.org/officeDocument/2006/relationships/image" Target="../media/image252.jpe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4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5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7.png"/><Relationship Id="rId2" Type="http://schemas.openxmlformats.org/officeDocument/2006/relationships/image" Target="../media/image256.jp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9.png"/><Relationship Id="rId2" Type="http://schemas.openxmlformats.org/officeDocument/2006/relationships/image" Target="../media/image258.jp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1.png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3.png"/><Relationship Id="rId2" Type="http://schemas.openxmlformats.org/officeDocument/2006/relationships/image" Target="../media/image26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5.jpg"/><Relationship Id="rId4" Type="http://schemas.openxmlformats.org/officeDocument/2006/relationships/image" Target="../media/image264.png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png"/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8.jp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6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1.jpg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2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4.png"/><Relationship Id="rId4" Type="http://schemas.openxmlformats.org/officeDocument/2006/relationships/image" Target="../media/image2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>
            <a:extLst>
              <a:ext uri="{FF2B5EF4-FFF2-40B4-BE49-F238E27FC236}">
                <a16:creationId xmlns:a16="http://schemas.microsoft.com/office/drawing/2014/main" id="{84FE4C04-CBA7-106A-801B-3ADCE4FCD6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59F69D-6C31-B38C-6191-C463DC4A37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600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图片占位符 1">
            <a:extLst>
              <a:ext uri="{FF2B5EF4-FFF2-40B4-BE49-F238E27FC236}">
                <a16:creationId xmlns:a16="http://schemas.microsoft.com/office/drawing/2014/main" id="{7FD5A171-7071-D027-8C57-EF3DB7D9F7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433573E-25D6-CD49-96AD-B8A6E9CB848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爱你如诗可怖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D1BF4C-A03C-3797-93DB-01CFE8E8D7A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水一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2D90C9-1310-0AAD-61FB-28E7F9D79E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钟儿蓝</a:t>
            </a:r>
            <a:endParaRPr lang="zh-CN" altLang="en-US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CD56990-5193-CD12-E719-F87E2EA2CC2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爱你如诗美丽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E02ACF9-5CB3-971E-3335-3AF975A9B2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爱是救赎还是庸人自扰 虚妄宽恕（你是燎原的灯烛 我如蛾稚气飞扑）</a:t>
            </a:r>
          </a:p>
          <a:p>
            <a:r>
              <a:rPr lang="zh-CN" altLang="en-US" sz="1600" dirty="0">
                <a:latin typeface="微软雅黑"/>
              </a:rPr>
              <a:t>分不清才不必迷路（灰烬中挣扎不肯作古）</a:t>
            </a:r>
          </a:p>
          <a:p>
            <a:r>
              <a:rPr lang="zh-CN" altLang="en-US" sz="1600" dirty="0">
                <a:latin typeface="微软雅黑"/>
              </a:rPr>
              <a:t>你是除夕的月 我是盲眼鹿（你是接天的香木 凤鸟涅槃的归宿）</a:t>
            </a:r>
          </a:p>
          <a:p>
            <a:r>
              <a:rPr lang="zh-CN" altLang="en-US" sz="1600" dirty="0">
                <a:latin typeface="微软雅黑"/>
              </a:rPr>
              <a:t>陪彼此崖前一步（迎接我一步再一步）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爱你如诗可怖_水一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D04475-2561-C8F0-98E9-E891B2789C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691" y="3201445"/>
            <a:ext cx="6601746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777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08"/>
    </mc:Choice>
    <mc:Fallback xmlns="">
      <p:transition spd="slow" advTm="60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白马寒鸦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龟娘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龟娘/简吟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有匪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万里人心何向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争短争长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争命里的无双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阵中刀光一唱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醒了群芳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爱恨都敢登场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天意无疆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封你做你的王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披往事百孔千疮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西风送我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生来青山大江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眼眸中流浪过春阳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白马寒鸦_龟娘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FDDEBC5-46E3-E8DE-35A2-87FF5971A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2570" y="2859610"/>
            <a:ext cx="5458171" cy="29096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92"/>
    </mc:Choice>
    <mc:Fallback xmlns="">
      <p:transition spd="slow" advTm="849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百戏人间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洛天依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昆山百戏盛典国风宣传曲</a:t>
            </a:r>
          </a:p>
          <a:p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latin typeface="微软雅黑"/>
              </a:rPr>
              <a:t>休说老调陈腔不振华彩 唱念做打该止步光阴外</a:t>
            </a:r>
          </a:p>
          <a:p>
            <a:r>
              <a:rPr lang="zh-CN" altLang="en-US" dirty="0">
                <a:latin typeface="微软雅黑"/>
              </a:rPr>
              <a:t>诗三百 句句烟火情怀 古今不败</a:t>
            </a:r>
          </a:p>
          <a:p>
            <a:r>
              <a:rPr lang="zh-CN" altLang="en-US" dirty="0">
                <a:latin typeface="微软雅黑"/>
              </a:rPr>
              <a:t>戏是人间事 梦为人间栽</a:t>
            </a:r>
          </a:p>
          <a:p>
            <a:r>
              <a:rPr lang="zh-CN" altLang="en-US" dirty="0">
                <a:latin typeface="微软雅黑"/>
              </a:rPr>
              <a:t>戏传千载 风流永徘徊</a:t>
            </a:r>
            <a:endParaRPr sz="1600" dirty="0">
              <a:latin typeface="微软雅黑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23028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5D079A-9362-A8CD-FA6E-7432F0A84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693" y="2971930"/>
            <a:ext cx="5248874" cy="27109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901"/>
    </mc:Choice>
    <mc:Fallback xmlns="">
      <p:transition spd="slow" advTm="2090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01AC6-6888-AF7B-3F2D-4DB868578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AB7679B3-2BCF-225E-A0CB-F5C921745C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BBB8A-0B5E-4374-1FEC-9554B3EC47C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半路殊途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DDBD2A-30A0-A5BA-3C95-79A785CBC4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HITA</a:t>
            </a:r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5090EF-731F-75DB-D2C6-6096CD3AFB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彦</a:t>
            </a:r>
            <a:r>
              <a:rPr lang="en-US" altLang="zh-CN" dirty="0"/>
              <a:t>Jans</a:t>
            </a:r>
            <a:endParaRPr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7855B6D-EDA0-323F-5E38-68BFB97F1A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endParaRPr lang="zh-CN" altLang="zh-CN" dirty="0"/>
          </a:p>
          <a:p>
            <a:endParaRPr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4918C9A-42D1-2721-3257-09BCAD5B2F7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半路殊途换我领悟</a:t>
            </a:r>
          </a:p>
          <a:p>
            <a:r>
              <a:rPr lang="zh-CN" altLang="en-US" sz="1600" dirty="0">
                <a:latin typeface="微软雅黑"/>
              </a:rPr>
              <a:t>浪掷青春兜转来数一数</a:t>
            </a:r>
          </a:p>
          <a:p>
            <a:r>
              <a:rPr lang="zh-CN" altLang="en-US" sz="1600" dirty="0">
                <a:latin typeface="微软雅黑"/>
              </a:rPr>
              <a:t>高傲鞋跟也曾泥足</a:t>
            </a:r>
          </a:p>
          <a:p>
            <a:r>
              <a:rPr lang="zh-CN" altLang="en-US" sz="1600" dirty="0">
                <a:latin typeface="微软雅黑"/>
              </a:rPr>
              <a:t>勇于含辛免一世茹苦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3DB60EAA-9EC0-61F7-4A79-0D2C319BA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907" y="3178434"/>
            <a:ext cx="4458322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笔绘心卷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Braska/柳布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虹影/起楼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700446" y="5488932"/>
            <a:ext cx="3771966" cy="370800"/>
          </a:xfrm>
        </p:spPr>
        <p:txBody>
          <a:bodyPr/>
          <a:lstStyle/>
          <a:p>
            <a:pPr marL="0" indent="0"/>
            <a:r>
              <a:rPr lang="en-US" altLang="zh-CN" dirty="0"/>
              <a:t>《</a:t>
            </a:r>
            <a:r>
              <a:rPr lang="zh-CN" altLang="en-US" dirty="0"/>
              <a:t>梦间集</a:t>
            </a:r>
            <a:r>
              <a:rPr lang="en-US" altLang="zh-CN" dirty="0"/>
              <a:t>》</a:t>
            </a:r>
            <a:r>
              <a:rPr lang="zh-CN" altLang="en-US" dirty="0"/>
              <a:t>三绝笔</a:t>
            </a:r>
            <a:r>
              <a:rPr lang="en-US" altLang="zh-CN" dirty="0"/>
              <a:t>&amp;</a:t>
            </a:r>
            <a:r>
              <a:rPr lang="zh-CN" altLang="en-US" dirty="0"/>
              <a:t>千丈卷 原创同人歌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难道难道 千百岁空空消磨</a:t>
            </a:r>
          </a:p>
          <a:p>
            <a:r>
              <a:rPr sz="1600">
                <a:latin typeface="微软雅黑"/>
              </a:rPr>
              <a:t>只为 只为红尘畔相会一刻</a:t>
            </a:r>
          </a:p>
          <a:p>
            <a:r>
              <a:rPr sz="1600">
                <a:latin typeface="微软雅黑"/>
              </a:rPr>
              <a:t>传奇中提及你我 仅存话说话说</a:t>
            </a:r>
          </a:p>
        </p:txBody>
      </p:sp>
      <p:pic>
        <p:nvPicPr>
          <p:cNvPr id="8" name="Picture 7" descr="sq_笔绘心卷_Braska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479879E-C480-395E-CEC7-34CFEB1D53E1}"/>
              </a:ext>
            </a:extLst>
          </p:cNvPr>
          <p:cNvPicPr>
            <a:picLocks/>
          </p:cNvPicPr>
          <p:nvPr/>
        </p:nvPicPr>
        <p:blipFill>
          <a:blip r:embed="rId4"/>
          <a:srcRect r="38230"/>
          <a:stretch>
            <a:fillRect/>
          </a:stretch>
        </p:blipFill>
        <p:spPr>
          <a:xfrm>
            <a:off x="5751968" y="3229297"/>
            <a:ext cx="5401901" cy="13908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冰雪记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洛天依</a:t>
            </a:r>
            <a:r>
              <a:rPr dirty="0"/>
              <a:t>/</a:t>
            </a:r>
            <a:r>
              <a:rPr dirty="0" err="1"/>
              <a:t>乐正绫</a:t>
            </a:r>
            <a:endParaRPr lang="en-US" dirty="0"/>
          </a:p>
          <a:p>
            <a:r>
              <a:rPr lang="en-US" dirty="0"/>
              <a:t>Hanser/</a:t>
            </a:r>
            <a:r>
              <a:rPr lang="zh-CN" altLang="en-US" dirty="0"/>
              <a:t>小缘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西门振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北京冬奥会应援曲</a:t>
            </a:r>
            <a:r>
              <a:rPr lang="en-US" altLang="zh-CN" dirty="0"/>
              <a:t>/</a:t>
            </a:r>
            <a:r>
              <a:rPr lang="zh-CN" altLang="en-US" dirty="0"/>
              <a:t>一曲两词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要把最美的夜 染在眼眶亮个相</a:t>
            </a:r>
          </a:p>
          <a:p>
            <a:r>
              <a:rPr lang="zh-CN" altLang="en-US" sz="1600" dirty="0">
                <a:latin typeface="微软雅黑"/>
              </a:rPr>
              <a:t>要穿上 最炫的光（日出东方 映山海无疆</a:t>
            </a:r>
            <a:r>
              <a:rPr lang="en-US" altLang="zh-CN" sz="1600" dirty="0">
                <a:latin typeface="微软雅黑"/>
              </a:rPr>
              <a:t>~</a:t>
            </a:r>
            <a:r>
              <a:rPr lang="zh-CN" altLang="en-US" sz="1600" dirty="0">
                <a:latin typeface="微软雅黑"/>
              </a:rPr>
              <a:t>哈</a:t>
            </a:r>
            <a:r>
              <a:rPr lang="en-US" altLang="zh-CN" sz="1600" dirty="0">
                <a:latin typeface="微软雅黑"/>
              </a:rPr>
              <a:t>~</a:t>
            </a:r>
            <a:r>
              <a:rPr lang="zh-CN" altLang="en-US" sz="1600" dirty="0">
                <a:latin typeface="微软雅黑"/>
              </a:rPr>
              <a:t>啊</a:t>
            </a:r>
            <a:r>
              <a:rPr lang="en-US" altLang="zh-CN" sz="1600" dirty="0">
                <a:latin typeface="微软雅黑"/>
              </a:rPr>
              <a:t>~</a:t>
            </a:r>
            <a:r>
              <a:rPr lang="zh-CN" altLang="en-US" sz="1600" dirty="0">
                <a:latin typeface="微软雅黑"/>
              </a:rPr>
              <a:t>）</a:t>
            </a:r>
          </a:p>
          <a:p>
            <a:r>
              <a:rPr lang="zh-CN" altLang="en-US" sz="1600" dirty="0">
                <a:latin typeface="微软雅黑"/>
              </a:rPr>
              <a:t>圆墩墩 披冰霜 暖融融 揣灼烫</a:t>
            </a:r>
          </a:p>
          <a:p>
            <a:r>
              <a:rPr lang="zh-CN" altLang="en-US" sz="1600" dirty="0">
                <a:latin typeface="微软雅黑"/>
              </a:rPr>
              <a:t>梦再长 不慌不忙（再重也敢扛一扛）</a:t>
            </a:r>
            <a:endParaRPr sz="1600" dirty="0">
              <a:latin typeface="微软雅黑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3288"/>
          <a:stretch>
            <a:fillRect/>
          </a:stretch>
        </p:blipFill>
        <p:spPr>
          <a:xfrm>
            <a:off x="923027" y="1125237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AB7581D-A776-798A-F34C-C4B27080A8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1682" y="2888767"/>
            <a:ext cx="4734586" cy="60968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FA7AC30-FBAE-C649-CCD0-61E09129C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1197" y="4175824"/>
            <a:ext cx="7159155" cy="460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《不堪人间》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洛天依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  <a:r>
              <a:rPr lang="zh-CN" altLang="en-US" dirty="0"/>
              <a:t>虚拟歌手贺岁纪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攒我千年 赐你一眼 余生都看遍</a:t>
            </a:r>
          </a:p>
          <a:p>
            <a:r>
              <a:rPr lang="zh-CN" altLang="en-US" sz="1600" dirty="0">
                <a:latin typeface="微软雅黑"/>
              </a:rPr>
              <a:t>行无路 渡无船 片刻青春不抵钱</a:t>
            </a:r>
          </a:p>
          <a:p>
            <a:r>
              <a:rPr lang="zh-CN" altLang="en-US" sz="1600" dirty="0">
                <a:latin typeface="微软雅黑"/>
              </a:rPr>
              <a:t>何必计较去日阑珊</a:t>
            </a:r>
          </a:p>
          <a:p>
            <a:r>
              <a:rPr lang="zh-CN" altLang="en-US" sz="1600" dirty="0">
                <a:latin typeface="微软雅黑"/>
              </a:rPr>
              <a:t>何必怨地尤天</a:t>
            </a:r>
          </a:p>
          <a:p>
            <a:r>
              <a:rPr lang="zh-CN" altLang="en-US" sz="1600" dirty="0">
                <a:latin typeface="微软雅黑"/>
              </a:rPr>
              <a:t>与我揉碎桃花 沉湎恋不堪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不堪人间_洛天依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111FF3-2C85-3F28-4B2B-E19C117CD2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764" y="3997687"/>
            <a:ext cx="4878772" cy="17608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B80EC3-878E-03D3-FBB7-5B39E69F4A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913" y="2879316"/>
            <a:ext cx="3158032" cy="709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不眠千夜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晃儿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Winky诗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指间踌躇心上错 倾城换得国破</a:t>
            </a:r>
          </a:p>
          <a:p>
            <a:r>
              <a:rPr lang="zh-CN" altLang="en-US" sz="1600" dirty="0">
                <a:latin typeface="微软雅黑"/>
              </a:rPr>
              <a:t>黄泉水冷也能容你我醉卧</a:t>
            </a:r>
          </a:p>
          <a:p>
            <a:r>
              <a:rPr lang="zh-CN" altLang="en-US" sz="1600" dirty="0">
                <a:latin typeface="微软雅黑"/>
              </a:rPr>
              <a:t>三千年日落 费周折几多</a:t>
            </a:r>
          </a:p>
          <a:p>
            <a:r>
              <a:rPr lang="zh-CN" altLang="en-US" sz="1600" dirty="0">
                <a:latin typeface="微软雅黑"/>
              </a:rPr>
              <a:t>月出天河 照不见你凉薄 百世无人共我</a:t>
            </a: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A9F7A4C-7073-2061-FE77-C6005FAD7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898" y="2192478"/>
            <a:ext cx="2632998" cy="387238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BB4DF72B-AD43-DE73-7B79-4E33A77C4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341" y="2961456"/>
            <a:ext cx="3317221" cy="289827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不让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五音Jw</a:t>
            </a:r>
            <a:r>
              <a:rPr dirty="0"/>
              <a:t>/</a:t>
            </a:r>
            <a:r>
              <a:rPr dirty="0" err="1"/>
              <a:t>陆深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五音Jw/GMN宏宇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zh-CN" dirty="0"/>
              <a:t>盗墓笔记·重启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>
                <a:latin typeface="微软雅黑"/>
              </a:rPr>
              <a:t>重启之后 不破不休 不终局 不回头</a:t>
            </a:r>
          </a:p>
          <a:p>
            <a:r>
              <a:rPr lang="zh-CN" altLang="en-US" dirty="0">
                <a:latin typeface="微软雅黑"/>
              </a:rPr>
              <a:t>曾经颠沛少年郎 骤死长生都不让</a:t>
            </a:r>
          </a:p>
          <a:p>
            <a:r>
              <a:rPr lang="zh-CN" altLang="en-US" dirty="0">
                <a:latin typeface="微软雅黑"/>
              </a:rPr>
              <a:t>我信的神有最熟悉脸庞</a:t>
            </a:r>
          </a:p>
          <a:p>
            <a:r>
              <a:rPr lang="zh-CN" altLang="en-US" dirty="0">
                <a:latin typeface="微软雅黑"/>
              </a:rPr>
              <a:t>过命之交模样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02575B5-D39D-8667-109C-107966F1E6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161" y="3536251"/>
            <a:ext cx="7732333" cy="13418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4BE16499-1798-BD7E-00E6-DFF7934707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不问天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说说Crystal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2021</a:t>
            </a:r>
            <a:r>
              <a:rPr lang="zh-CN" altLang="en-US" dirty="0"/>
              <a:t>拜年纪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问你不问天 桃李梅莲谁娇艳</a:t>
            </a:r>
          </a:p>
          <a:p>
            <a:r>
              <a:rPr sz="1600">
                <a:latin typeface="微软雅黑"/>
              </a:rPr>
              <a:t>一路心花满 勾起手指走不烦</a:t>
            </a:r>
          </a:p>
          <a:p>
            <a:r>
              <a:rPr sz="1600">
                <a:latin typeface="微软雅黑"/>
              </a:rPr>
              <a:t>敢盼青春老 岁岁长相见</a:t>
            </a:r>
          </a:p>
          <a:p>
            <a:r>
              <a:rPr sz="1600">
                <a:latin typeface="微软雅黑"/>
              </a:rPr>
              <a:t>良辰不问天 好景在人间</a:t>
            </a:r>
          </a:p>
          <a:p>
            <a:r>
              <a:rPr sz="1600">
                <a:latin typeface="微软雅黑"/>
              </a:rPr>
              <a:t>一万年不变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5DDD5C9-DF44-E569-7575-B0F9309673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3394" y="3022142"/>
            <a:ext cx="5398386" cy="27031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不悟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水一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纱朵/简吟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孙悟空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愿只愿不持不证 不参无字经</a:t>
            </a:r>
          </a:p>
          <a:p>
            <a:r>
              <a:rPr sz="1600">
                <a:latin typeface="微软雅黑"/>
              </a:rPr>
              <a:t>水帘外日月匆匆 桃林今又青</a:t>
            </a:r>
          </a:p>
          <a:p>
            <a:r>
              <a:rPr sz="1600">
                <a:latin typeface="微软雅黑"/>
              </a:rPr>
              <a:t>恨只恨泪洒金箍 难赎旧精灵</a:t>
            </a:r>
          </a:p>
          <a:p>
            <a:r>
              <a:rPr sz="1600">
                <a:latin typeface="微软雅黑"/>
              </a:rPr>
              <a:t>多想将 意难平 护你不悟不空</a:t>
            </a:r>
          </a:p>
        </p:txBody>
      </p:sp>
      <p:pic>
        <p:nvPicPr>
          <p:cNvPr id="8" name="Picture 7" descr="sq_不悟_水一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FE187E-9344-6E72-AAB1-BF6AAA013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877" y="3054591"/>
            <a:ext cx="6487430" cy="26197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不醒梦·竭泽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Tacke竹桑/小曲儿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Tacke竹桑/灰原穷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竹梦令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台前人 声在侧玲珑似 珠玉阑珊落却只道 戏言不诺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亦笑我 情比雪薄（有道是 戏中无情诺）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人如歌 谁听得 我芳华无昼 枉蹉跎 入沉疴 心缰难勒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情深不惑 爱兀自竭泽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冷月孤宵 身随灯花落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不醒梦_竭泽_Tacke竹桑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5806F14-5469-DD9E-5424-2D950A2B3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2402" y="3206208"/>
            <a:ext cx="5820587" cy="208626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677CB3CC-C8F2-D1A4-C43E-D7145399B5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62" b="262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布虎记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41647" y="4044512"/>
            <a:ext cx="3795801" cy="370800"/>
          </a:xfrm>
        </p:spPr>
        <p:txBody>
          <a:bodyPr/>
          <a:lstStyle/>
          <a:p>
            <a:r>
              <a:rPr lang="zh-CN" altLang="zh-CN" dirty="0"/>
              <a:t>洛天依</a:t>
            </a:r>
            <a:r>
              <a:rPr lang="en-US" altLang="zh-CN" dirty="0"/>
              <a:t>/</a:t>
            </a:r>
            <a:r>
              <a:rPr lang="zh-CN" altLang="zh-CN" dirty="0"/>
              <a:t>言和</a:t>
            </a:r>
            <a:r>
              <a:rPr lang="en-US" altLang="zh-CN" dirty="0"/>
              <a:t>/</a:t>
            </a:r>
            <a:r>
              <a:rPr lang="zh-CN" altLang="zh-CN" dirty="0"/>
              <a:t>乐正绫</a:t>
            </a:r>
            <a:r>
              <a:rPr lang="en-US" altLang="zh-CN" dirty="0"/>
              <a:t>/</a:t>
            </a:r>
            <a:r>
              <a:rPr lang="zh-CN" altLang="zh-CN" dirty="0"/>
              <a:t>乐正龙牙</a:t>
            </a:r>
            <a:r>
              <a:rPr lang="en-US" altLang="zh-CN" dirty="0"/>
              <a:t>/</a:t>
            </a:r>
            <a:r>
              <a:rPr lang="zh-CN" altLang="zh-CN" dirty="0"/>
              <a:t>徵羽摩柯</a:t>
            </a:r>
            <a:r>
              <a:rPr lang="en-US" altLang="zh-CN" dirty="0"/>
              <a:t>/</a:t>
            </a:r>
            <a:r>
              <a:rPr lang="zh-CN" altLang="zh-CN" dirty="0"/>
              <a:t>墨清弦</a:t>
            </a:r>
            <a:endParaRPr lang="en-US" dirty="0"/>
          </a:p>
          <a:p>
            <a:r>
              <a:rPr dirty="0" err="1"/>
              <a:t>说说Crystal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西门振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2022</a:t>
            </a:r>
            <a:r>
              <a:rPr lang="zh-CN" altLang="en-US" dirty="0"/>
              <a:t>虚拟歌手贺岁纪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你可还记得</a:t>
            </a:r>
          </a:p>
          <a:p>
            <a:r>
              <a:rPr lang="zh-CN" altLang="en-US" sz="1600" dirty="0">
                <a:latin typeface="微软雅黑"/>
              </a:rPr>
              <a:t>每一夜 每一刻 枕边紧陪的我</a:t>
            </a:r>
          </a:p>
          <a:p>
            <a:r>
              <a:rPr lang="zh-CN" altLang="en-US" sz="1600" dirty="0">
                <a:latin typeface="微软雅黑"/>
              </a:rPr>
              <a:t>猜你梦见了什么</a:t>
            </a:r>
          </a:p>
          <a:p>
            <a:r>
              <a:rPr lang="zh-CN" altLang="en-US" sz="1600" dirty="0">
                <a:latin typeface="微软雅黑"/>
              </a:rPr>
              <a:t>猜到腊梅又开 子夜钟声敲彻</a:t>
            </a:r>
          </a:p>
          <a:p>
            <a:r>
              <a:rPr lang="zh-CN" altLang="en-US" sz="1600" dirty="0">
                <a:latin typeface="微软雅黑"/>
              </a:rPr>
              <a:t>而你突然捧起我 说“我回来了”</a:t>
            </a:r>
            <a:endParaRPr sz="1600" dirty="0">
              <a:latin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4B00A12-0033-4533-433A-895073BDEF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589" y="2761198"/>
            <a:ext cx="3922386" cy="122869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01959C2-02A9-E732-9BE1-0EC144510D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3208" y="4717140"/>
            <a:ext cx="8027778" cy="7793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A5BBEC7D-A151-469E-A35C-B55170253A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402" b="2402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藏海花·张起灵·等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音频怪物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莫卿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盗墓笔记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合上眼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大雪洇白发绺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如命数终能赐你老去的温柔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睁开眼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天光推开长宙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万顷荒凉间泄入千古洪流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7E19AF2-35D7-1AB3-9336-2EDA5C8E5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4542" y="2973981"/>
            <a:ext cx="3762900" cy="25149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沉香刺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千草仙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往昔白衣诗酒 遭繁华染透 从何处再觅风流</a:t>
            </a:r>
          </a:p>
          <a:p>
            <a:r>
              <a:rPr lang="zh-CN" altLang="en-US" sz="1600" dirty="0">
                <a:latin typeface="微软雅黑"/>
              </a:rPr>
              <a:t>而今雪桥烟柳 问他生怎同游？</a:t>
            </a:r>
          </a:p>
          <a:p>
            <a:r>
              <a:rPr lang="zh-CN" altLang="en-US" sz="1600" dirty="0">
                <a:latin typeface="微软雅黑"/>
              </a:rPr>
              <a:t>愿将一世无争 共一城锦绣 换你一瞬袖手</a:t>
            </a:r>
          </a:p>
          <a:p>
            <a:r>
              <a:rPr lang="zh-CN" altLang="en-US" sz="1600" dirty="0">
                <a:latin typeface="微软雅黑"/>
              </a:rPr>
              <a:t>自卿离别后 花谢第几秋？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B1E3505-463F-73D7-D3EF-8DD8ADE425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522" y="3077239"/>
            <a:ext cx="2181529" cy="27150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0883400-39E6-8541-88C0-67EE15363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9302" y="1751163"/>
            <a:ext cx="2664487" cy="434880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015F9F3-F449-F096-A658-EB1536E40E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43789" y="3598689"/>
            <a:ext cx="2819879" cy="14469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C989F1C3-8AB4-FC2A-2AAB-79829A32ED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川味火锅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阿萨Aza/罗伊_Roi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西门振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2022</a:t>
            </a:r>
            <a:r>
              <a:rPr lang="zh-CN" altLang="en-US" dirty="0"/>
              <a:t>拜年纪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48794" y="105019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麻 与辣 火树银花唇边炸</a:t>
            </a:r>
          </a:p>
          <a:p>
            <a:r>
              <a:rPr lang="zh-CN" altLang="en-US" sz="1600" dirty="0">
                <a:latin typeface="微软雅黑"/>
              </a:rPr>
              <a:t>人间大 又有几回能尽情 扮潇洒</a:t>
            </a:r>
          </a:p>
          <a:p>
            <a:r>
              <a:rPr lang="zh-CN" altLang="en-US" sz="1600" dirty="0">
                <a:latin typeface="微软雅黑"/>
              </a:rPr>
              <a:t>来呀就放开胃口叱咤 不辜负我中华</a:t>
            </a:r>
          </a:p>
          <a:p>
            <a:r>
              <a:rPr lang="zh-CN" altLang="en-US" sz="1600" dirty="0">
                <a:latin typeface="微软雅黑"/>
              </a:rPr>
              <a:t>千万种情和绪 舌尖上全容下</a:t>
            </a:r>
          </a:p>
          <a:p>
            <a:r>
              <a:rPr lang="zh-CN" altLang="en-US" sz="1600" dirty="0">
                <a:latin typeface="微软雅黑"/>
              </a:rPr>
              <a:t>酸辛甜咸苦辣 哪一种最牵挂？</a:t>
            </a:r>
          </a:p>
          <a:p>
            <a:r>
              <a:rPr lang="zh-CN" altLang="en-US" sz="1600" dirty="0">
                <a:latin typeface="微软雅黑"/>
              </a:rPr>
              <a:t>北到南冬到夏 这一生尝不够的 是家</a:t>
            </a:r>
            <a:endParaRPr sz="1600" dirty="0">
              <a:latin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288DF2-00C9-F7AF-CF14-95775B682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3272" y="3606713"/>
            <a:ext cx="4439270" cy="13527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(chun2)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纱朵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汝袖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东方十二星次系列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48794" y="231768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若这是爱 还需什么恨</a:t>
            </a:r>
          </a:p>
          <a:p>
            <a:r>
              <a:rPr lang="zh-CN" altLang="en-US" sz="1600" dirty="0">
                <a:latin typeface="微软雅黑"/>
              </a:rPr>
              <a:t>若这是假 哪里还有真</a:t>
            </a:r>
          </a:p>
          <a:p>
            <a:r>
              <a:rPr lang="zh-CN" altLang="en-US" sz="1600" dirty="0">
                <a:latin typeface="微软雅黑"/>
              </a:rPr>
              <a:t>人是满盛黄泉的器皿 与注定的你对酌 才醉得深</a:t>
            </a:r>
          </a:p>
          <a:p>
            <a:r>
              <a:rPr lang="zh-CN" altLang="en-US" sz="1600" dirty="0">
                <a:latin typeface="微软雅黑"/>
              </a:rPr>
              <a:t>拗莲为寸 捣麝成尘</a:t>
            </a:r>
          </a:p>
          <a:p>
            <a:r>
              <a:rPr lang="zh-CN" altLang="en-US" sz="1600" dirty="0">
                <a:latin typeface="微软雅黑"/>
              </a:rPr>
              <a:t>弄火同温 作茧自珍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鹑首_纱朵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3D26766-C278-4FE8-70CE-9DFE97445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747" y="2416473"/>
            <a:ext cx="3648584" cy="10193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599AA5A-2280-917E-5B38-D41610E10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7703" y="3655375"/>
            <a:ext cx="6302181" cy="204874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>
                <a:latin typeface="Times New Roman" panose="02020603050405020304" pitchFamily="18" charset="0"/>
                <a:cs typeface="Times New Roman" panose="02020603050405020304" pitchFamily="18" charset="0"/>
              </a:rPr>
              <a:t>《鹑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(chun2)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尾》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清秋秋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露西Lucie/七二四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东方十二星次系列</a:t>
            </a:r>
          </a:p>
          <a:p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载不动终将枯涸</a:t>
            </a:r>
          </a:p>
          <a:p>
            <a:r>
              <a:rPr sz="1600">
                <a:latin typeface="微软雅黑"/>
              </a:rPr>
              <a:t>放不下依旧饥渴</a:t>
            </a:r>
          </a:p>
          <a:p>
            <a:r>
              <a:rPr sz="1600">
                <a:latin typeface="微软雅黑"/>
              </a:rPr>
              <a:t>那一夕哀而未伤</a:t>
            </a:r>
          </a:p>
          <a:p>
            <a:r>
              <a:rPr sz="1600">
                <a:latin typeface="微软雅黑"/>
              </a:rPr>
              <a:t>换一生伤而未折</a:t>
            </a:r>
          </a:p>
        </p:txBody>
      </p:sp>
      <p:pic>
        <p:nvPicPr>
          <p:cNvPr id="8" name="Picture 7" descr="sq_鹑首_纱朵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299DB3A-1818-450B-0005-E5104F88F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132" y="3407537"/>
            <a:ext cx="6773220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大梁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唐宋/易羲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露西Lucie/大明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东方十二星次系列</a:t>
            </a:r>
          </a:p>
          <a:p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篆与隶走龙蛇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是是非非哀荣一册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爱恨乘犬马游声色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怎知他心思阡陌（曾被谁勾勒</a:t>
            </a:r>
            <a:r>
              <a:rPr sz="1600" dirty="0">
                <a:latin typeface="微软雅黑"/>
              </a:rPr>
              <a:t>）</a:t>
            </a:r>
          </a:p>
          <a:p>
            <a:r>
              <a:rPr sz="1600" dirty="0" err="1">
                <a:latin typeface="微软雅黑"/>
              </a:rPr>
              <a:t>你逢他于暮色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不问真讹不修因果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不辨余生里福与祸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只图幻灭的快活（刹那就胶着</a:t>
            </a:r>
            <a:r>
              <a:rPr sz="1600" dirty="0">
                <a:latin typeface="微软雅黑"/>
              </a:rPr>
              <a:t>）</a:t>
            </a:r>
          </a:p>
        </p:txBody>
      </p:sp>
      <p:pic>
        <p:nvPicPr>
          <p:cNvPr id="8" name="Picture 7" descr="sq_鹑首_纱朵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24B0C05-94D7-9E90-A6BA-B801B41D3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347" y="3098991"/>
            <a:ext cx="4896533" cy="10764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A669754-2506-416B-DF06-A1D2986B78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091" y="4416485"/>
            <a:ext cx="3753374" cy="121937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/>
              </a:rPr>
              <a:t>《</a:t>
            </a:r>
            <a:r>
              <a:rPr b="1" dirty="0" err="1">
                <a:latin typeface="Times New Roman"/>
              </a:rPr>
              <a:t>大梦非梦</a:t>
            </a:r>
            <a:r>
              <a:rPr b="1" dirty="0">
                <a:latin typeface="Times New Roman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水一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云倾少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漫威</a:t>
            </a:r>
            <a:r>
              <a:rPr lang="en-US" altLang="zh-CN" dirty="0"/>
              <a:t>-</a:t>
            </a:r>
            <a:r>
              <a:rPr lang="zh-CN" altLang="en-US" dirty="0"/>
              <a:t>复仇者联盟</a:t>
            </a:r>
            <a:r>
              <a:rPr lang="en-US" altLang="zh-CN" dirty="0"/>
              <a:t>4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57847" y="114073"/>
            <a:ext cx="6781537" cy="1446968"/>
          </a:xfrm>
        </p:spPr>
        <p:txBody>
          <a:bodyPr/>
          <a:lstStyle/>
          <a:p>
            <a:r>
              <a:rPr lang="zh-CN" altLang="en-US" dirty="0">
                <a:latin typeface="微软雅黑"/>
              </a:rPr>
              <a:t>曾失去过的种种 相爱的人和一起畅游的星</a:t>
            </a:r>
          </a:p>
          <a:p>
            <a:r>
              <a:rPr lang="zh-CN" altLang="en-US" dirty="0">
                <a:latin typeface="微软雅黑"/>
              </a:rPr>
              <a:t>（希望）这一刻听来太嘲讽</a:t>
            </a:r>
          </a:p>
          <a:p>
            <a:r>
              <a:rPr lang="zh-CN" altLang="en-US" dirty="0">
                <a:latin typeface="微软雅黑"/>
              </a:rPr>
              <a:t>（究竟）还有什么令我们与众不同</a:t>
            </a:r>
          </a:p>
          <a:p>
            <a:r>
              <a:rPr lang="zh-CN" altLang="en-US" dirty="0">
                <a:latin typeface="微软雅黑"/>
              </a:rPr>
              <a:t>当传说睡入坟茔 神与神话只剩下书中幻影</a:t>
            </a:r>
          </a:p>
          <a:p>
            <a:r>
              <a:rPr lang="zh-CN" altLang="en-US" dirty="0">
                <a:latin typeface="微软雅黑"/>
              </a:rPr>
              <a:t>（就算）未来被蹂躏成注定</a:t>
            </a:r>
          </a:p>
          <a:p>
            <a:r>
              <a:rPr lang="zh-CN" altLang="en-US" dirty="0">
                <a:latin typeface="微软雅黑"/>
              </a:rPr>
              <a:t>（仍有）落幕黄昏共血色掀开黎明</a:t>
            </a:r>
            <a:endParaRPr dirty="0">
              <a:latin typeface="微软雅黑"/>
            </a:endParaRPr>
          </a:p>
        </p:txBody>
      </p:sp>
      <p:pic>
        <p:nvPicPr>
          <p:cNvPr id="8" name="Picture 7" descr="sq_大梦非梦_水一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B79BC30-EF3D-E519-FA3F-515AF48B1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3059" y="3037235"/>
            <a:ext cx="5442582" cy="206960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/>
              </a:rPr>
              <a:t>《</a:t>
            </a:r>
            <a:r>
              <a:rPr b="1" dirty="0" err="1">
                <a:latin typeface="Times New Roman"/>
              </a:rPr>
              <a:t>等一个不怕</a:t>
            </a:r>
            <a:r>
              <a:rPr b="1" dirty="0">
                <a:latin typeface="Times New Roman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只有影子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家是什么啊是可以去的地方吗</a:t>
            </a:r>
          </a:p>
          <a:p>
            <a:r>
              <a:rPr sz="1600">
                <a:latin typeface="微软雅黑"/>
              </a:rPr>
              <a:t>不用爬高高的墙不用挖冷冷的沙</a:t>
            </a:r>
          </a:p>
          <a:p>
            <a:r>
              <a:rPr sz="1600">
                <a:latin typeface="微软雅黑"/>
              </a:rPr>
              <a:t>不用喝天上落水不用被大声骂</a:t>
            </a:r>
          </a:p>
          <a:p>
            <a:r>
              <a:rPr sz="1600">
                <a:latin typeface="微软雅黑"/>
              </a:rPr>
              <a:t>是这样吗？在哪里啊？</a:t>
            </a: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F5C1078-C035-C4BD-CD38-C5756A18D2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3649" y="3088297"/>
            <a:ext cx="2534004" cy="240063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赌平生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沈谧仁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城执/李星月/贺鑫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谁含笑一场豪赌三江 趁尽少年郎</a:t>
            </a:r>
          </a:p>
          <a:p>
            <a:r>
              <a:rPr lang="zh-CN" altLang="en-US" sz="1600" dirty="0">
                <a:latin typeface="微软雅黑"/>
              </a:rPr>
              <a:t>谁剑封碧落 破浪时满船晴光</a:t>
            </a:r>
          </a:p>
          <a:p>
            <a:r>
              <a:rPr lang="zh-CN" altLang="en-US" sz="1600" dirty="0">
                <a:latin typeface="微软雅黑"/>
              </a:rPr>
              <a:t>朱颜梦中灰 玄鬓霜华催 此时相望犹生惘</a:t>
            </a:r>
          </a:p>
          <a:p>
            <a:r>
              <a:rPr lang="zh-CN" altLang="en-US" sz="1600" dirty="0">
                <a:latin typeface="微软雅黑"/>
              </a:rPr>
              <a:t>忘也不须忘 唯独放时终须放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赌平生_沈谧仁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135E0B0-8362-BEE7-0500-2B79539BD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098" y="3429000"/>
            <a:ext cx="4738686" cy="135856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11">
            <a:extLst>
              <a:ext uri="{FF2B5EF4-FFF2-40B4-BE49-F238E27FC236}">
                <a16:creationId xmlns:a16="http://schemas.microsoft.com/office/drawing/2014/main" id="{43D6A38B-0561-E364-4F1A-A72563AFACA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558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断金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蔡翊昇(贰婶)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贺鑫/宏宇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盗墓笔记重启</a:t>
            </a:r>
            <a:r>
              <a:rPr lang="en-US" altLang="zh-CN" dirty="0"/>
              <a:t>·</a:t>
            </a:r>
            <a:r>
              <a:rPr lang="zh-CN" altLang="en-US" dirty="0"/>
              <a:t>铁三角印象曲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聚首追南海落云 听噩梦反复成真</a:t>
            </a:r>
          </a:p>
          <a:p>
            <a:r>
              <a:rPr sz="1600">
                <a:latin typeface="微软雅黑"/>
              </a:rPr>
              <a:t>一个信字要用多少泪确认</a:t>
            </a:r>
          </a:p>
          <a:p>
            <a:r>
              <a:rPr sz="1600">
                <a:latin typeface="微软雅黑"/>
              </a:rPr>
              <a:t>雷声中天地不仁 默契却历久弥新</a:t>
            </a:r>
          </a:p>
          <a:p>
            <a:r>
              <a:rPr sz="1600">
                <a:latin typeface="微软雅黑"/>
              </a:rPr>
              <a:t>过命之交 赢在其利断金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D7490C-DCD3-6BC5-064B-42C32589A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318" y="3325325"/>
            <a:ext cx="4791744" cy="155279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对黄昏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小曲儿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wing翼/Cuttlefish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曲倾天下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骗尽多情是戏文 骗过天下是忠贞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你问我今生做哪种人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成败盖棺才定论 何必前事到如今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却牢记 你沉默那个转身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对黄昏_小曲儿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8DC24D7-3D16-08F9-0840-0E8622F62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860" y="2900938"/>
            <a:ext cx="3556836" cy="306760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C2AF0FC-AACE-F1B5-2980-C0CE27211F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517" y="3975379"/>
            <a:ext cx="3740814" cy="10881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21477C9A-DF4B-5654-2EAD-AD6EFB3565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857" r="85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二十年后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戎一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露西Lucie/郑哆哆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“痴心男配”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二十年后席上客不去不凋有几个</a:t>
            </a:r>
          </a:p>
          <a:p>
            <a:r>
              <a:rPr sz="1600">
                <a:latin typeface="微软雅黑"/>
              </a:rPr>
              <a:t>光阴美如烈火冷如刀割刻碑铭几座</a:t>
            </a:r>
          </a:p>
          <a:p>
            <a:r>
              <a:rPr sz="1600">
                <a:latin typeface="微软雅黑"/>
              </a:rPr>
              <a:t>牢记你唇边笑涡曾溺住三千个我</a:t>
            </a:r>
          </a:p>
          <a:p>
            <a:r>
              <a:rPr sz="1600">
                <a:latin typeface="微软雅黑"/>
              </a:rPr>
              <a:t>动人罪孽可讨你余生快乐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018865-B0BA-F284-D841-8A4A7C269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846" y="3632781"/>
            <a:ext cx="7592485" cy="11431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繁华唱遍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乐正绫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2019</a:t>
            </a:r>
            <a:r>
              <a:rPr lang="zh-CN" altLang="en-US" dirty="0"/>
              <a:t>拜年祭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别怪我心太贪</a:t>
            </a:r>
          </a:p>
          <a:p>
            <a:r>
              <a:rPr lang="zh-CN" altLang="en-US" sz="1600" dirty="0">
                <a:latin typeface="微软雅黑"/>
              </a:rPr>
              <a:t>罪名都在曲牌间</a:t>
            </a:r>
          </a:p>
          <a:p>
            <a:r>
              <a:rPr lang="zh-CN" altLang="en-US" sz="1600" dirty="0">
                <a:latin typeface="微软雅黑"/>
              </a:rPr>
              <a:t>若不是</a:t>
            </a:r>
            <a:r>
              <a:rPr lang="en-US" altLang="zh-CN" sz="1600" dirty="0">
                <a:latin typeface="微软雅黑"/>
              </a:rPr>
              <a:t>《</a:t>
            </a:r>
            <a:r>
              <a:rPr lang="zh-CN" altLang="en-US" sz="1600" dirty="0">
                <a:latin typeface="微软雅黑"/>
              </a:rPr>
              <a:t>浣溪沙</a:t>
            </a:r>
            <a:r>
              <a:rPr lang="en-US" altLang="zh-CN" sz="1600" dirty="0">
                <a:latin typeface="微软雅黑"/>
              </a:rPr>
              <a:t>》</a:t>
            </a:r>
            <a:r>
              <a:rPr lang="zh-CN" altLang="en-US" sz="1600" dirty="0">
                <a:latin typeface="微软雅黑"/>
              </a:rPr>
              <a:t>把</a:t>
            </a:r>
            <a:r>
              <a:rPr lang="en-US" altLang="zh-CN" sz="1600" dirty="0">
                <a:latin typeface="微软雅黑"/>
              </a:rPr>
              <a:t>《</a:t>
            </a:r>
            <a:r>
              <a:rPr lang="zh-CN" altLang="en-US" sz="1600" dirty="0">
                <a:latin typeface="微软雅黑"/>
              </a:rPr>
              <a:t>秋夜月</a:t>
            </a:r>
            <a:r>
              <a:rPr lang="en-US" altLang="zh-CN" sz="1600" dirty="0">
                <a:latin typeface="微软雅黑"/>
              </a:rPr>
              <a:t>》</a:t>
            </a:r>
            <a:r>
              <a:rPr lang="zh-CN" altLang="en-US" sz="1600" dirty="0">
                <a:latin typeface="微软雅黑"/>
              </a:rPr>
              <a:t>儿掩</a:t>
            </a:r>
          </a:p>
          <a:p>
            <a:r>
              <a:rPr lang="zh-CN" altLang="en-US" sz="1600" dirty="0">
                <a:latin typeface="微软雅黑"/>
              </a:rPr>
              <a:t>我怎会困守</a:t>
            </a:r>
            <a:r>
              <a:rPr lang="en-US" altLang="zh-CN" sz="1600" dirty="0">
                <a:latin typeface="微软雅黑"/>
              </a:rPr>
              <a:t>《</a:t>
            </a:r>
            <a:r>
              <a:rPr lang="zh-CN" altLang="en-US" sz="1600" dirty="0">
                <a:latin typeface="微软雅黑"/>
              </a:rPr>
              <a:t>牧羊关</a:t>
            </a:r>
            <a:r>
              <a:rPr lang="en-US" altLang="zh-CN" sz="1600" dirty="0">
                <a:latin typeface="微软雅黑"/>
              </a:rPr>
              <a:t>》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30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CD1445E-65C0-C3DC-715C-B00C4C462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120" y="3152406"/>
            <a:ext cx="6664434" cy="24365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繁华世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wing翼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繁华多长 借你三生量一量</a:t>
            </a:r>
          </a:p>
          <a:p>
            <a:r>
              <a:rPr lang="zh-CN" altLang="en-US" sz="1600" dirty="0">
                <a:latin typeface="微软雅黑"/>
              </a:rPr>
              <a:t>生生难忘 长过更长</a:t>
            </a:r>
          </a:p>
          <a:p>
            <a:r>
              <a:rPr lang="zh-CN" altLang="en-US" sz="1600" dirty="0">
                <a:latin typeface="微软雅黑"/>
              </a:rPr>
              <a:t>风雨琳琅 惊动魂灵儿太孟浪</a:t>
            </a:r>
          </a:p>
          <a:p>
            <a:r>
              <a:rPr lang="zh-CN" altLang="en-US" sz="1600" dirty="0">
                <a:latin typeface="微软雅黑"/>
              </a:rPr>
              <a:t>阑珊痴妄 又过几场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B28F095-EFBE-4087-113B-0B2BE784B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2734" y="3875712"/>
            <a:ext cx="3520437" cy="161322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9580E11-37BF-F58E-4AE4-C582AB549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6599" y="2862350"/>
            <a:ext cx="3706347" cy="277398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飞光骤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小坠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印iAN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青云不坠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从来叹息最富词采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偏是徘徊叫人怜爱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思念常靠追悔灌溉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繁华有尽连城坏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才风华绝代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飞光骤_小坠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8954437-ECF7-AF62-BB7F-FDB42438A9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649" y="3236658"/>
            <a:ext cx="5906324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2113DDEC-44A7-2E16-934D-099A38C84F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非命也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肥皂菌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司夏/洪施锐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今时古梦</a:t>
            </a:r>
            <a:r>
              <a:rPr lang="en-US" altLang="zh-CN" dirty="0"/>
              <a:t>/</a:t>
            </a:r>
            <a:r>
              <a:rPr lang="zh-CN" altLang="en-US" dirty="0"/>
              <a:t>墨家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你要行那逆水的舟 你要登那通天的楼</a:t>
            </a:r>
          </a:p>
          <a:p>
            <a:r>
              <a:rPr lang="zh-CN" altLang="en-US" sz="1600" dirty="0">
                <a:latin typeface="微软雅黑"/>
              </a:rPr>
              <a:t>你要将那心火烧透 百二雄关固金瓯</a:t>
            </a:r>
          </a:p>
          <a:p>
            <a:r>
              <a:rPr lang="zh-CN" altLang="en-US" sz="1600" dirty="0">
                <a:latin typeface="微软雅黑"/>
              </a:rPr>
              <a:t>你要报那抵死的仇 你要饮那藏鸩的酒</a:t>
            </a:r>
          </a:p>
          <a:p>
            <a:r>
              <a:rPr lang="zh-CN" altLang="en-US" sz="1600" dirty="0">
                <a:latin typeface="微软雅黑"/>
              </a:rPr>
              <a:t>你要问那命数谁勾 山外青山俱白头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D16E73B-2E96-29CA-862C-A7234FC73A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642" y="3700604"/>
            <a:ext cx="3219899" cy="127652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非英雄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夏染鳕玥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少年锦衣卫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30687" y="86912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豪言一句雁一行</a:t>
            </a:r>
          </a:p>
          <a:p>
            <a:r>
              <a:rPr lang="zh-CN" altLang="en-US" sz="1600" dirty="0">
                <a:latin typeface="微软雅黑"/>
              </a:rPr>
              <a:t>意气一身血一腔</a:t>
            </a:r>
          </a:p>
          <a:p>
            <a:r>
              <a:rPr lang="zh-CN" altLang="en-US" sz="1600" dirty="0">
                <a:latin typeface="微软雅黑"/>
              </a:rPr>
              <a:t>我哭是洒脱 笑是张扬</a:t>
            </a:r>
          </a:p>
          <a:p>
            <a:r>
              <a:rPr lang="zh-CN" altLang="en-US" sz="1600" dirty="0">
                <a:latin typeface="微软雅黑"/>
              </a:rPr>
              <a:t>锦衣加身少年郎</a:t>
            </a:r>
          </a:p>
          <a:p>
            <a:r>
              <a:rPr lang="zh-CN" altLang="en-US" sz="1600" dirty="0">
                <a:latin typeface="微软雅黑"/>
              </a:rPr>
              <a:t>我脚下有风 剑上有光</a:t>
            </a:r>
          </a:p>
          <a:p>
            <a:r>
              <a:rPr lang="zh-CN" altLang="en-US" sz="1600" dirty="0">
                <a:latin typeface="微软雅黑"/>
              </a:rPr>
              <a:t>心事未教人间伤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非英雄_晃儿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92AED44-85FB-FA9C-4A13-7DB3EAAEB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552" y="3781330"/>
            <a:ext cx="5971193" cy="118021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焚秋色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国风堂/封茗囧菌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Braska</a:t>
            </a:r>
            <a:r>
              <a:rPr lang="en-US" dirty="0"/>
              <a:t>/</a:t>
            </a:r>
            <a:r>
              <a:rPr lang="zh-CN" altLang="en-US" dirty="0"/>
              <a:t>灰原穷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国风堂</a:t>
            </a:r>
            <a:r>
              <a:rPr lang="en-US" altLang="zh-CN" dirty="0"/>
              <a:t>《</a:t>
            </a:r>
            <a:r>
              <a:rPr lang="zh-CN" altLang="zh-CN" dirty="0"/>
              <a:t>妖仙风华志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秋风起 秋风落 草木萧萧生死隔</a:t>
            </a:r>
          </a:p>
          <a:p>
            <a:r>
              <a:rPr lang="zh-CN" altLang="en-US" sz="1600" dirty="0">
                <a:latin typeface="微软雅黑"/>
              </a:rPr>
              <a:t>就提笔 画尽人间真颜色</a:t>
            </a:r>
          </a:p>
          <a:p>
            <a:r>
              <a:rPr lang="zh-CN" altLang="en-US" sz="1600" dirty="0">
                <a:latin typeface="微软雅黑"/>
              </a:rPr>
              <a:t>留不得 放不得 哪怕面目全非无因无果</a:t>
            </a:r>
          </a:p>
          <a:p>
            <a:r>
              <a:rPr lang="zh-CN" altLang="en-US" sz="1600" dirty="0">
                <a:latin typeface="微软雅黑"/>
              </a:rPr>
              <a:t>刹那也胜过看破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焚秋色_国风堂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7DC6ED0-D903-5910-3733-521000B0F4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892" y="3258641"/>
            <a:ext cx="3334215" cy="161947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DD9947A-8D78-CC2F-146D-07477E4E9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318" y="3471586"/>
            <a:ext cx="3606034" cy="111129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B5D7430B-01FC-2788-0A33-D50205E124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000" r="6000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风月无边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锦小咕/粮油屋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花旦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我只合搅起那情潮乱</a:t>
            </a:r>
          </a:p>
          <a:p>
            <a:r>
              <a:rPr sz="1600">
                <a:latin typeface="微软雅黑"/>
              </a:rPr>
              <a:t>演离合断厮缠似苦实甜</a:t>
            </a:r>
          </a:p>
          <a:p>
            <a:r>
              <a:rPr sz="1600">
                <a:latin typeface="微软雅黑"/>
              </a:rPr>
              <a:t>我红尘踏遍 萧瑟染不到足尖</a:t>
            </a:r>
          </a:p>
          <a:p>
            <a:r>
              <a:rPr sz="1600">
                <a:latin typeface="微软雅黑"/>
              </a:rPr>
              <a:t>愿他年 化尽春泥见骨气犹艳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9EFC66-C477-879C-893E-BE3C58972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820" y="3272478"/>
            <a:ext cx="7049484" cy="1419423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封雪纪年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我飞扬我坠落我究竟为了什么？</a:t>
            </a:r>
          </a:p>
          <a:p>
            <a:r>
              <a:rPr lang="zh-CN" altLang="en-US" sz="1600" dirty="0">
                <a:latin typeface="微软雅黑"/>
              </a:rPr>
              <a:t>安静地饮鸩止渴我的沉默谁来道破？</a:t>
            </a:r>
          </a:p>
          <a:p>
            <a:r>
              <a:rPr lang="zh-CN" altLang="en-US" sz="1600" dirty="0">
                <a:latin typeface="微软雅黑"/>
              </a:rPr>
              <a:t>我为我灵魂掌舵驶向了什么？</a:t>
            </a:r>
          </a:p>
          <a:p>
            <a:r>
              <a:rPr lang="zh-CN" altLang="en-US" sz="1600" dirty="0">
                <a:latin typeface="微软雅黑"/>
              </a:rPr>
              <a:t>当时光错落颠倒山河你忘却的可是我？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封雪纪年_晃儿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7A86CA2-4BB8-2A6E-69A4-AB3435C60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981" y="3572763"/>
            <a:ext cx="4831058" cy="1024387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浮世缘～黄粱梦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Braska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Litterzy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r>
              <a:rPr lang="en-US" altLang="zh-CN" dirty="0"/>
              <a:t>/</a:t>
            </a:r>
            <a:r>
              <a:rPr lang="zh-CN" altLang="en-US" dirty="0"/>
              <a:t>一曲两词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假如我不辜负 黄粱永不熟</a:t>
            </a:r>
          </a:p>
          <a:p>
            <a:r>
              <a:rPr sz="1600">
                <a:latin typeface="微软雅黑"/>
              </a:rPr>
              <a:t>你我一世在梦里凝眸</a:t>
            </a:r>
          </a:p>
          <a:p>
            <a:r>
              <a:rPr sz="1600">
                <a:latin typeface="微软雅黑"/>
              </a:rPr>
              <a:t>我风波无阻 忘人间无数</a:t>
            </a:r>
          </a:p>
          <a:p>
            <a:r>
              <a:rPr sz="1600">
                <a:latin typeface="微软雅黑"/>
              </a:rPr>
              <a:t>只为你六神无主</a:t>
            </a:r>
          </a:p>
        </p:txBody>
      </p:sp>
      <p:pic>
        <p:nvPicPr>
          <p:cNvPr id="8" name="Picture 7" descr="sq_浮世缘_黄粱梦_Braska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853127E-FE95-4EC8-AB1B-B60A9811C17C}"/>
              </a:ext>
            </a:extLst>
          </p:cNvPr>
          <p:cNvPicPr>
            <a:picLocks/>
          </p:cNvPicPr>
          <p:nvPr/>
        </p:nvPicPr>
        <p:blipFill>
          <a:blip r:embed="rId4"/>
          <a:srcRect l="614" t="8173"/>
          <a:stretch>
            <a:fillRect/>
          </a:stretch>
        </p:blipFill>
        <p:spPr>
          <a:xfrm>
            <a:off x="8664166" y="2793420"/>
            <a:ext cx="3266165" cy="328264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D3FE16A-13C2-08FC-DC0E-E8273C848E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7608" y="2793420"/>
            <a:ext cx="3473811" cy="328264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浮世缘～梦黄粱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司夏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Litterzy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r>
              <a:rPr lang="en-US" altLang="zh-CN" dirty="0"/>
              <a:t>/</a:t>
            </a:r>
            <a:r>
              <a:rPr lang="zh-CN" altLang="en-US" dirty="0"/>
              <a:t>一曲两词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假如我不在乎 黄粱永不熟</a:t>
            </a:r>
          </a:p>
          <a:p>
            <a:r>
              <a:rPr lang="zh-CN" altLang="en-US" sz="1600" dirty="0">
                <a:latin typeface="微软雅黑"/>
              </a:rPr>
              <a:t>你我一世在梦里凝眸</a:t>
            </a:r>
          </a:p>
          <a:p>
            <a:r>
              <a:rPr lang="zh-CN" altLang="en-US" sz="1600" dirty="0">
                <a:latin typeface="微软雅黑"/>
              </a:rPr>
              <a:t>我逍遥不属 竟忘情不顾</a:t>
            </a:r>
          </a:p>
          <a:p>
            <a:r>
              <a:rPr lang="zh-CN" altLang="en-US" sz="1600" dirty="0">
                <a:latin typeface="微软雅黑"/>
              </a:rPr>
              <a:t>只为你万劫不复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浮世缘_梦黄粱_司夏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26FBA9A-E84B-8034-3C9D-2C25259F3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503" y="2884758"/>
            <a:ext cx="3788425" cy="260417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D953526-A482-7231-58B6-68318424B16E}"/>
              </a:ext>
            </a:extLst>
          </p:cNvPr>
          <p:cNvPicPr>
            <a:picLocks/>
          </p:cNvPicPr>
          <p:nvPr/>
        </p:nvPicPr>
        <p:blipFill>
          <a:blip r:embed="rId5"/>
          <a:srcRect r="5850"/>
          <a:stretch>
            <a:fillRect/>
          </a:stretch>
        </p:blipFill>
        <p:spPr>
          <a:xfrm>
            <a:off x="8221803" y="3152985"/>
            <a:ext cx="3891734" cy="233594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81CDF1B-A241-179D-82D1-6D16314F1CE2}"/>
              </a:ext>
            </a:extLst>
          </p:cNvPr>
          <p:cNvSpPr/>
          <p:nvPr/>
        </p:nvSpPr>
        <p:spPr>
          <a:xfrm>
            <a:off x="4683140" y="5248917"/>
            <a:ext cx="697117" cy="370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隔烟水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王朝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48794" y="68805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羡我伴风月将月邀</a:t>
            </a:r>
          </a:p>
          <a:p>
            <a:r>
              <a:rPr lang="zh-CN" altLang="en-US" sz="1600" dirty="0">
                <a:latin typeface="微软雅黑"/>
              </a:rPr>
              <a:t>这双瞳替菱花将花照</a:t>
            </a:r>
          </a:p>
          <a:p>
            <a:r>
              <a:rPr lang="zh-CN" altLang="en-US" sz="1600" dirty="0">
                <a:latin typeface="微软雅黑"/>
              </a:rPr>
              <a:t>便素面朝天有标格难描难考</a:t>
            </a:r>
          </a:p>
          <a:p>
            <a:r>
              <a:rPr lang="zh-CN" altLang="en-US" sz="1600" dirty="0">
                <a:latin typeface="微软雅黑"/>
              </a:rPr>
              <a:t>茶浸白菊香婷婷复袅袅</a:t>
            </a:r>
          </a:p>
          <a:p>
            <a:r>
              <a:rPr lang="zh-CN" altLang="en-US" sz="1600" dirty="0">
                <a:latin typeface="微软雅黑"/>
              </a:rPr>
              <a:t>拈块椒盐酥饼称姑嫂</a:t>
            </a:r>
          </a:p>
          <a:p>
            <a:r>
              <a:rPr lang="zh-CN" altLang="en-US" sz="1600" dirty="0">
                <a:latin typeface="微软雅黑"/>
              </a:rPr>
              <a:t>此般烟水里我敢笑敢老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封雪纪年_晃儿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0BE14A7-1285-EE1F-03E7-AF8916E57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133" y="3250245"/>
            <a:ext cx="2619741" cy="223868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25A1FD-CAF9-88E0-2901-C16626CF37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370" y="3392358"/>
            <a:ext cx="4328153" cy="208476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光阴之下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Assen捷 /五音Jw /Smile_小千 /李蚊香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张凯颖/GMN宏宇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盗墓笔记</a:t>
            </a:r>
            <a:r>
              <a:rPr lang="en-US" altLang="zh-CN" dirty="0"/>
              <a:t>·</a:t>
            </a:r>
            <a:r>
              <a:rPr lang="zh-CN" altLang="en-US" dirty="0"/>
              <a:t>重启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你还甘心寻吗 还情愿等吗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昨是今非苍茫终局早已亮出獠牙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算这一生如虚化入岁月飞沙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我守在光阴之下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光阴之下_Assen捷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74361E7-73C2-65D9-8686-647BE7954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215" y="3353177"/>
            <a:ext cx="3372321" cy="18957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归白雪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冬子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涂山花花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令有雪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就容我一个圆场 错过一生无邪</a:t>
            </a:r>
          </a:p>
          <a:p>
            <a:r>
              <a:rPr lang="zh-CN" altLang="en-US" sz="1600" dirty="0">
                <a:latin typeface="微软雅黑"/>
              </a:rPr>
              <a:t>胭脂粉墨改写 眉梢凄切</a:t>
            </a:r>
          </a:p>
          <a:p>
            <a:r>
              <a:rPr lang="zh-CN" altLang="en-US" sz="1600" dirty="0">
                <a:latin typeface="微软雅黑"/>
              </a:rPr>
              <a:t>可笑你不敢忘却 竟斗胆赠我离别</a:t>
            </a:r>
          </a:p>
          <a:p>
            <a:r>
              <a:rPr lang="zh-CN" altLang="en-US" sz="1600" dirty="0">
                <a:latin typeface="微软雅黑"/>
              </a:rPr>
              <a:t>到弦停灯灭 来不及一瞥</a:t>
            </a:r>
          </a:p>
          <a:p>
            <a:r>
              <a:rPr lang="zh-CN" altLang="en-US" sz="1600" dirty="0">
                <a:latin typeface="微软雅黑"/>
              </a:rPr>
              <a:t>台前月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归白雪_冬子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8A98934-BAEB-7344-1607-704A3FED2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526" y="3059684"/>
            <a:ext cx="4388339" cy="275011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0AFAAF2-0FAC-62B8-2D09-488A1495F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872" y="3083489"/>
            <a:ext cx="4229690" cy="100026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狐说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洛天依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洛天依十周年生日会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085420" y="186500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流水外轻舟小桥</a:t>
            </a:r>
          </a:p>
          <a:p>
            <a:r>
              <a:rPr lang="zh-CN" altLang="en-US" sz="1600" dirty="0">
                <a:latin typeface="微软雅黑"/>
              </a:rPr>
              <a:t>云烟抹一痕风飘</a:t>
            </a:r>
          </a:p>
          <a:p>
            <a:r>
              <a:rPr lang="zh-CN" altLang="en-US" sz="1600" dirty="0">
                <a:latin typeface="微软雅黑"/>
              </a:rPr>
              <a:t>且将忐忑放少任我逍遥</a:t>
            </a:r>
          </a:p>
          <a:p>
            <a:r>
              <a:rPr lang="zh-CN" altLang="en-US" sz="1600" dirty="0">
                <a:latin typeface="微软雅黑"/>
              </a:rPr>
              <a:t>烟雨潇潇烟波渺渺 执金杯颠颠倒倒</a:t>
            </a:r>
          </a:p>
          <a:p>
            <a:r>
              <a:rPr lang="zh-CN" altLang="en-US" sz="1600" dirty="0">
                <a:latin typeface="微软雅黑"/>
              </a:rPr>
              <a:t>无聊 正好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狐说_洛天依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CD15A8E-8573-54B6-2040-B406F3BA7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668" y="3633874"/>
            <a:ext cx="4248743" cy="134321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花凋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漆柚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盏月陆离/Polaris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双视角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碧桃树有葱葱茏茏的荫</a:t>
            </a:r>
          </a:p>
          <a:p>
            <a:r>
              <a:rPr lang="zh-CN" altLang="en-US" sz="1600" dirty="0">
                <a:latin typeface="微软雅黑"/>
              </a:rPr>
              <a:t>他压着那平平仄仄的韵</a:t>
            </a:r>
          </a:p>
          <a:p>
            <a:r>
              <a:rPr lang="zh-CN" altLang="en-US" sz="1600" dirty="0">
                <a:latin typeface="微软雅黑"/>
              </a:rPr>
              <a:t>教我这玲玲珑珑的心</a:t>
            </a:r>
          </a:p>
          <a:p>
            <a:r>
              <a:rPr lang="zh-CN" altLang="en-US" sz="1600" dirty="0">
                <a:latin typeface="微软雅黑"/>
              </a:rPr>
              <a:t>只合听叮叮咚咚的琴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花凋_漆柚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914C483-5C57-864E-C616-2C191C195C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8506" y="3199948"/>
            <a:ext cx="5490060" cy="204896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花间留我碧云旋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王敬轩（妖扬）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Sabrina/潇儿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国风堂</a:t>
            </a:r>
            <a:r>
              <a:rPr lang="en-US" altLang="zh-CN" dirty="0"/>
              <a:t>/</a:t>
            </a:r>
            <a:r>
              <a:rPr lang="zh-CN" altLang="en-US" dirty="0"/>
              <a:t>温庭筠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30687" y="123125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没有浪费的才艳 只有辜负的欢颜</a:t>
            </a:r>
          </a:p>
          <a:p>
            <a:r>
              <a:rPr lang="zh-CN" altLang="en-US" sz="1600" dirty="0">
                <a:latin typeface="微软雅黑"/>
              </a:rPr>
              <a:t>忘记我 不比留恋我更难</a:t>
            </a:r>
          </a:p>
          <a:p>
            <a:r>
              <a:rPr lang="zh-CN" altLang="en-US" sz="1600" dirty="0">
                <a:latin typeface="微软雅黑"/>
              </a:rPr>
              <a:t>想赏遍每个瞬间 假装梦幻永不完</a:t>
            </a:r>
          </a:p>
          <a:p>
            <a:r>
              <a:rPr lang="zh-CN" altLang="en-US" sz="1600" dirty="0">
                <a:latin typeface="微软雅黑"/>
              </a:rPr>
              <a:t>新绣的衣衫 春雪般笑脸</a:t>
            </a:r>
          </a:p>
          <a:p>
            <a:r>
              <a:rPr lang="zh-CN" altLang="en-US" sz="1600" dirty="0">
                <a:latin typeface="微软雅黑"/>
              </a:rPr>
              <a:t>红尘里余香漫漫 美好会藕断丝连</a:t>
            </a:r>
          </a:p>
          <a:p>
            <a:r>
              <a:rPr lang="zh-CN" altLang="en-US" sz="1600" dirty="0">
                <a:latin typeface="微软雅黑"/>
              </a:rPr>
              <a:t>王朝散了盛宴 留我徜徉花间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花间留我碧云旋_王敬轩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546AC9F-CA1A-855A-36BA-32931866A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912" y="3272478"/>
            <a:ext cx="3019846" cy="11431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DD80A3-325E-650C-C901-185370F421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4102" y="4587168"/>
            <a:ext cx="7697898" cy="1084211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化身星海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中国绊爱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纪粹希(G-Tracy)/李懋扬(T2o)/纪粹希(G-Tracy)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化身星海</a:t>
            </a:r>
            <a:r>
              <a:rPr lang="en-US" altLang="zh-CN" dirty="0"/>
              <a:t>》EP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银河中的徘徊 凝聚此刻最明快的告白</a:t>
            </a:r>
          </a:p>
          <a:p>
            <a:r>
              <a:rPr sz="1600">
                <a:latin typeface="微软雅黑"/>
              </a:rPr>
              <a:t>我感谢 这 陌生的 天地教我学会爱</a:t>
            </a:r>
          </a:p>
          <a:p>
            <a:r>
              <a:rPr sz="1600">
                <a:latin typeface="微软雅黑"/>
              </a:rPr>
              <a:t>去开启 和点缀万千时代</a:t>
            </a:r>
          </a:p>
          <a:p>
            <a:r>
              <a:rPr sz="1600">
                <a:latin typeface="微软雅黑"/>
              </a:rPr>
              <a:t>去找回 最 天真的 勇气再温柔相待</a:t>
            </a:r>
          </a:p>
        </p:txBody>
      </p:sp>
      <p:pic>
        <p:nvPicPr>
          <p:cNvPr id="8" name="Picture 7" descr="sq_化身星海_中国绊爱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7487C1C-2F27-0012-E1D7-D4854DD913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4604" y="2939470"/>
            <a:ext cx="2124371" cy="2619741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0F53FE69-6A9B-012B-E5C1-34938D23A47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《换》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锦小咕/高翔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巴洛克宫廷风童话</a:t>
            </a:r>
          </a:p>
          <a:p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供奉呼吸 换得一吻 拿骄傲姿态 换鲸骨长裙</a:t>
            </a:r>
          </a:p>
          <a:p>
            <a:r>
              <a:rPr lang="zh-CN" altLang="en-US" sz="1600" dirty="0">
                <a:latin typeface="微软雅黑"/>
              </a:rPr>
              <a:t>假换真 虚情媚意换笑语频频</a:t>
            </a:r>
          </a:p>
          <a:p>
            <a:r>
              <a:rPr lang="zh-CN" altLang="en-US" sz="1600" dirty="0">
                <a:latin typeface="微软雅黑"/>
              </a:rPr>
              <a:t>肯不肯下注余生换一个人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3DCE35F-6848-3F3F-508E-70AEEE5603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230" y="2864532"/>
            <a:ext cx="6207122" cy="2995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F9895128-B464-E236-5F24-ED96F4FB1865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843" b="1843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吉光片羽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子弥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印iAN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吉光片羽 暖似缘聚坚似你</a:t>
            </a:r>
          </a:p>
          <a:p>
            <a:r>
              <a:rPr lang="zh-CN" altLang="en-US" sz="1600" dirty="0">
                <a:latin typeface="微软雅黑"/>
              </a:rPr>
              <a:t>孤行一意 不忘记</a:t>
            </a:r>
          </a:p>
          <a:p>
            <a:r>
              <a:rPr lang="zh-CN" altLang="en-US" sz="1600" dirty="0">
                <a:latin typeface="微软雅黑"/>
              </a:rPr>
              <a:t>假如世上 人人都畏惧别离</a:t>
            </a:r>
          </a:p>
          <a:p>
            <a:r>
              <a:rPr lang="zh-CN" altLang="en-US" sz="1600" dirty="0">
                <a:latin typeface="微软雅黑"/>
              </a:rPr>
              <a:t>相聚从何提起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C407EFF-5B32-44F2-354E-D3F000A79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0389" y="2141423"/>
            <a:ext cx="3549490" cy="3888546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记忘歌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银临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银临/灰原穷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琉璃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忘了赶不上的夕阳 突然流下的泪</a:t>
            </a:r>
          </a:p>
          <a:p>
            <a:r>
              <a:rPr sz="1600">
                <a:latin typeface="微软雅黑"/>
              </a:rPr>
              <a:t>忘了那一瞬间 最挂念谁</a:t>
            </a:r>
          </a:p>
          <a:p>
            <a:r>
              <a:rPr sz="1600">
                <a:latin typeface="微软雅黑"/>
              </a:rPr>
              <a:t>忘了风把每场青春 吹过街头巷尾</a:t>
            </a:r>
          </a:p>
          <a:p>
            <a:r>
              <a:rPr sz="1600">
                <a:latin typeface="微软雅黑"/>
              </a:rPr>
              <a:t>忘了我 曾想成为谁</a:t>
            </a:r>
          </a:p>
        </p:txBody>
      </p:sp>
      <p:pic>
        <p:nvPicPr>
          <p:cNvPr id="8" name="Picture 7" descr="sq_记忘歌_银临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0514ECD-6A9F-F11E-F629-C897A8E6E7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464" y="4072377"/>
            <a:ext cx="8630854" cy="109552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11">
            <a:extLst>
              <a:ext uri="{FF2B5EF4-FFF2-40B4-BE49-F238E27FC236}">
                <a16:creationId xmlns:a16="http://schemas.microsoft.com/office/drawing/2014/main" id="{C964894D-DD85-AD1D-0D32-B7E6296FD1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寂寞是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水一/祭予歌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祭予歌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全职高手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>
                <a:latin typeface="微软雅黑"/>
              </a:rPr>
              <a:t>（</a:t>
            </a:r>
            <a:r>
              <a:rPr sz="1600" dirty="0" err="1">
                <a:latin typeface="微软雅黑"/>
              </a:rPr>
              <a:t>歌）寂寞是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孤单站在原地</a:t>
            </a:r>
            <a:r>
              <a:rPr sz="1600" dirty="0">
                <a:latin typeface="微软雅黑"/>
              </a:rPr>
              <a:t> （</a:t>
            </a:r>
            <a:r>
              <a:rPr sz="1600" dirty="0" err="1">
                <a:latin typeface="微软雅黑"/>
              </a:rPr>
              <a:t>水）听光阴离失</a:t>
            </a:r>
            <a:endParaRPr sz="1600" dirty="0">
              <a:latin typeface="微软雅黑"/>
            </a:endParaRPr>
          </a:p>
          <a:p>
            <a:r>
              <a:rPr sz="1600" dirty="0">
                <a:latin typeface="微软雅黑"/>
              </a:rPr>
              <a:t>（</a:t>
            </a:r>
            <a:r>
              <a:rPr sz="1600" dirty="0" err="1">
                <a:latin typeface="微软雅黑"/>
              </a:rPr>
              <a:t>歌）却被整个世界致辞</a:t>
            </a:r>
            <a:r>
              <a:rPr sz="1600" dirty="0">
                <a:latin typeface="微软雅黑"/>
              </a:rPr>
              <a:t> （</a:t>
            </a:r>
            <a:r>
              <a:rPr sz="1600" dirty="0" err="1">
                <a:latin typeface="微软雅黑"/>
              </a:rPr>
              <a:t>水）钟摆停滞</a:t>
            </a:r>
            <a:endParaRPr sz="1600" dirty="0">
              <a:latin typeface="微软雅黑"/>
            </a:endParaRPr>
          </a:p>
          <a:p>
            <a:r>
              <a:rPr sz="1600" dirty="0">
                <a:latin typeface="微软雅黑"/>
              </a:rPr>
              <a:t>（</a:t>
            </a:r>
            <a:r>
              <a:rPr sz="1600" dirty="0" err="1">
                <a:latin typeface="微软雅黑"/>
              </a:rPr>
              <a:t>歌）遑论传奇抑或历史</a:t>
            </a:r>
            <a:r>
              <a:rPr sz="1600" dirty="0">
                <a:latin typeface="微软雅黑"/>
              </a:rPr>
              <a:t> （</a:t>
            </a:r>
            <a:r>
              <a:rPr sz="1600" dirty="0" err="1">
                <a:latin typeface="微软雅黑"/>
              </a:rPr>
              <a:t>水）都无足挂齿</a:t>
            </a:r>
            <a:endParaRPr sz="1600" dirty="0">
              <a:latin typeface="微软雅黑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3BB5A08-1DE3-F92A-B961-6D4770EB9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5849" y="2839444"/>
            <a:ext cx="3381847" cy="281979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剑歌应还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Smile_小千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城执/王小明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剑网</a:t>
            </a:r>
            <a:r>
              <a:rPr lang="en-US" altLang="zh-CN" dirty="0"/>
              <a:t>3</a:t>
            </a:r>
            <a:r>
              <a:rPr lang="zh-CN" altLang="en-US" dirty="0"/>
              <a:t>十周年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要什么明敕封侯 九重赐宴 嫌虚荣寡淡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还不如邀月斗酒十千 满湖星 洒金钱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今夜后家国永安 记我是缘 忘我也是缘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风送断桥边 少年提剑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5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B4F7EF4-0B0D-BEAB-5771-B65426F1C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227" y="2307443"/>
            <a:ext cx="3950677" cy="3552289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6C49F669-705A-2A31-EE5D-E9EA0534633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降娄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水云汐Camus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露西Lucie/汝袖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东方十二星次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观他吟花颂柳</a:t>
            </a:r>
          </a:p>
          <a:p>
            <a:r>
              <a:rPr lang="zh-CN" altLang="en-US" sz="1600" dirty="0">
                <a:latin typeface="微软雅黑"/>
              </a:rPr>
              <a:t>陪他枕石漱流</a:t>
            </a:r>
          </a:p>
          <a:p>
            <a:r>
              <a:rPr lang="zh-CN" altLang="en-US" sz="1600" dirty="0">
                <a:latin typeface="微软雅黑"/>
              </a:rPr>
              <a:t>我只怕梦到河梁才携手</a:t>
            </a:r>
          </a:p>
          <a:p>
            <a:r>
              <a:rPr lang="zh-CN" altLang="en-US" sz="1600" dirty="0">
                <a:latin typeface="微软雅黑"/>
              </a:rPr>
              <a:t>辜负了良宵新衾裯</a:t>
            </a:r>
            <a:endParaRPr sz="1600" dirty="0">
              <a:latin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8198F5-455C-7859-5B98-72A254541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822" y="3482108"/>
            <a:ext cx="4515480" cy="952633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犟时光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水一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钟儿蓝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\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最珍贵坚强 成了心之城防</a:t>
            </a:r>
          </a:p>
          <a:p>
            <a:r>
              <a:rPr lang="zh-CN" altLang="en-US" sz="1600" dirty="0">
                <a:latin typeface="微软雅黑"/>
              </a:rPr>
              <a:t>你的梦 同我的想 不一样</a:t>
            </a:r>
          </a:p>
          <a:p>
            <a:r>
              <a:rPr lang="zh-CN" altLang="en-US" sz="1600" dirty="0">
                <a:latin typeface="微软雅黑"/>
              </a:rPr>
              <a:t>将守候 变推搪 背道而驰掩锋芒</a:t>
            </a:r>
          </a:p>
          <a:p>
            <a:r>
              <a:rPr lang="zh-CN" altLang="en-US" sz="1600" dirty="0">
                <a:latin typeface="微软雅黑"/>
              </a:rPr>
              <a:t>不忍怪你 只好怪时光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犟时光_水一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33A9460-C066-E060-A586-2261CF53B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1198" y="3505066"/>
            <a:ext cx="2553056" cy="5525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7AD0066-0836-B505-0B5E-FE2F5C5E36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592" y="4267667"/>
            <a:ext cx="2162477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交情半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沈谧仁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黄诗扶/Mzf小慕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元稹</a:t>
            </a:r>
            <a:r>
              <a:rPr lang="en-US" altLang="zh-CN" dirty="0"/>
              <a:t>/</a:t>
            </a:r>
            <a:r>
              <a:rPr lang="zh-CN" altLang="en-US" dirty="0"/>
              <a:t>白居易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奈何大梦白头参透往还</a:t>
            </a:r>
          </a:p>
          <a:p>
            <a:r>
              <a:rPr lang="zh-CN" altLang="en-US" sz="1600" dirty="0">
                <a:latin typeface="微软雅黑"/>
              </a:rPr>
              <a:t>如何 修得交情因缘 留一半</a:t>
            </a:r>
          </a:p>
          <a:p>
            <a:r>
              <a:rPr lang="zh-CN" altLang="en-US" sz="1600" dirty="0">
                <a:latin typeface="微软雅黑"/>
              </a:rPr>
              <a:t>携我琴囊书剑 共君玉带银鞍</a:t>
            </a:r>
          </a:p>
          <a:p>
            <a:r>
              <a:rPr lang="zh-CN" altLang="en-US" sz="1600" dirty="0">
                <a:latin typeface="微软雅黑"/>
              </a:rPr>
              <a:t>寻寻觅觅再到元和四年 梦见</a:t>
            </a:r>
          </a:p>
          <a:p>
            <a:r>
              <a:rPr lang="zh-CN" altLang="en-US" sz="1600" dirty="0">
                <a:latin typeface="微软雅黑"/>
              </a:rPr>
              <a:t>一步一生一笑一世一言 一见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交情半_沈谧仁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71F859-D4E5-7279-9A85-44416756EC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473" y="3157355"/>
            <a:ext cx="4344006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皎然记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司夏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潇梦临/陈鹏杰/李大白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可笑桑田耕过几轮 沧海醉过几樽</a:t>
            </a:r>
            <a:endParaRPr lang="en-US"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自赏孤芳又几个黄昏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有传奇唱遍三春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主角不是我们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絮絮着你和另一个人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浮世缘_梦黄粱_司夏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33874F4-D71C-A017-82EE-3B82676C0612}"/>
              </a:ext>
            </a:extLst>
          </p:cNvPr>
          <p:cNvPicPr>
            <a:picLocks/>
          </p:cNvPicPr>
          <p:nvPr/>
        </p:nvPicPr>
        <p:blipFill>
          <a:blip r:embed="rId4"/>
          <a:srcRect l="3189" r="1732"/>
          <a:stretch>
            <a:fillRect/>
          </a:stretch>
        </p:blipFill>
        <p:spPr>
          <a:xfrm>
            <a:off x="4491616" y="3111626"/>
            <a:ext cx="3701024" cy="234466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6EE3476-7F2C-22CA-A356-801CF2A06A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5207" y="3204083"/>
            <a:ext cx="3846793" cy="2090516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5B88D26C-7D4B-A774-16D6-1B08037040D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久久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Akie秋绘/阿蕊娅Aria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2025</a:t>
            </a:r>
            <a:r>
              <a:rPr lang="zh-CN" altLang="en-US" dirty="0"/>
              <a:t>虚拟</a:t>
            </a:r>
            <a:r>
              <a:rPr lang="en-US" altLang="zh-CN" dirty="0"/>
              <a:t>UP</a:t>
            </a:r>
            <a:r>
              <a:rPr lang="zh-CN" altLang="en-US" dirty="0"/>
              <a:t>新春会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台前谁教我湿襟袖</a:t>
            </a:r>
          </a:p>
          <a:p>
            <a:r>
              <a:rPr lang="zh-CN" altLang="en-US" sz="1600" dirty="0">
                <a:latin typeface="微软雅黑"/>
              </a:rPr>
              <a:t>梅树下的郎君他姓一个“柳”</a:t>
            </a:r>
          </a:p>
          <a:p>
            <a:r>
              <a:rPr lang="zh-CN" altLang="en-US" sz="1600" dirty="0">
                <a:latin typeface="微软雅黑"/>
              </a:rPr>
              <a:t>紫钗一落 又到上元时候</a:t>
            </a:r>
          </a:p>
          <a:p>
            <a:r>
              <a:rPr lang="zh-CN" altLang="en-US" sz="1600" dirty="0">
                <a:latin typeface="微软雅黑"/>
              </a:rPr>
              <a:t>我愈想留 愈怕因缘偷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8CB6A32-1F22-D7A2-52A6-042BBD549C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8766" y="3429000"/>
            <a:ext cx="4282315" cy="97529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354D1846-4B7F-49CA-3C93-F1C1BE1C9E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《娵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(ju1)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訾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(zi1)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少年霜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露西Lucie/七二四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东方十二星次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你猜她来自域外三千界</a:t>
            </a:r>
          </a:p>
          <a:p>
            <a:r>
              <a:rPr lang="zh-CN" altLang="en-US" sz="1600" dirty="0">
                <a:latin typeface="微软雅黑"/>
              </a:rPr>
              <a:t>眼尾飞扬犹带着星辰落幕明烈</a:t>
            </a:r>
          </a:p>
          <a:p>
            <a:r>
              <a:rPr lang="zh-CN" altLang="en-US" sz="1600" dirty="0">
                <a:latin typeface="微软雅黑"/>
              </a:rPr>
              <a:t>泪水藏在雨中 温柔暗藏幻灭</a:t>
            </a:r>
          </a:p>
          <a:p>
            <a:r>
              <a:rPr lang="zh-CN" altLang="en-US" sz="1600" dirty="0">
                <a:latin typeface="微软雅黑"/>
              </a:rPr>
              <a:t>你憧憬的想问她一借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00C07E4-9C1C-5937-C663-EF403E614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2404" y="3532066"/>
            <a:ext cx="5306165" cy="106694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灵犀之岁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少年霜/水一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露西Lucie/大明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\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怕什么 怕无怨无悔变一触即碎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怕笑容 虚伪成断线傀儡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怕什么 怕黑白分明都一期一会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怕岁月 翻手淹埋错与对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灵犀之岁_少年霜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C9F073C-1F6C-27D3-5F6C-D9A263547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662" y="3981892"/>
            <a:ext cx="7326714" cy="1064837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流歌醉夜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音频怪物/晃儿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零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太像荒唐 太珍贵甜美放心尖上尝</a:t>
            </a:r>
          </a:p>
          <a:p>
            <a:r>
              <a:rPr lang="zh-CN" altLang="en-US" sz="1600" dirty="0">
                <a:latin typeface="微软雅黑"/>
              </a:rPr>
              <a:t>太像信仰 太过虔诚就难忘</a:t>
            </a:r>
          </a:p>
          <a:p>
            <a:r>
              <a:rPr lang="zh-CN" altLang="en-US" sz="1600" dirty="0">
                <a:latin typeface="微软雅黑"/>
              </a:rPr>
              <a:t>太像疯狂 太不顾一切又胆战心慌</a:t>
            </a:r>
          </a:p>
          <a:p>
            <a:r>
              <a:rPr lang="zh-CN" altLang="en-US" sz="1600" dirty="0">
                <a:latin typeface="微软雅黑"/>
              </a:rPr>
              <a:t>太像孟浪 太像梦想</a:t>
            </a:r>
            <a:r>
              <a:rPr lang="en-US" altLang="zh-CN" sz="1600" dirty="0">
                <a:latin typeface="微软雅黑"/>
              </a:rPr>
              <a:t>……</a:t>
            </a:r>
          </a:p>
          <a:p>
            <a:r>
              <a:rPr lang="zh-CN" altLang="en-US" sz="1600" dirty="0">
                <a:latin typeface="微软雅黑"/>
              </a:rPr>
              <a:t>我最渴望的姑娘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5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A595D97-9373-EA4E-AB52-C018B62C0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8791" y="2200274"/>
            <a:ext cx="2574710" cy="37866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8565A79-7A57-37AB-3FF5-7678C2B04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017" y="3534952"/>
            <a:ext cx="3976062" cy="19920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8493892C-1CF2-0C82-6FDA-210E96E4CC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龙与剑之歌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星尘Infinity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喻川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明日方舟 陈 塔露拉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而我早不是最怕冷那个人</a:t>
            </a:r>
          </a:p>
          <a:p>
            <a:r>
              <a:rPr lang="zh-CN" altLang="en-US" sz="1600" dirty="0">
                <a:latin typeface="微软雅黑"/>
              </a:rPr>
              <a:t>挣脱龙的襁褓披挂滴血的鳞</a:t>
            </a:r>
          </a:p>
          <a:p>
            <a:r>
              <a:rPr lang="zh-CN" altLang="en-US" sz="1600" dirty="0">
                <a:latin typeface="微软雅黑"/>
              </a:rPr>
              <a:t>真相不值一提 不值一文</a:t>
            </a:r>
          </a:p>
          <a:p>
            <a:r>
              <a:rPr lang="zh-CN" altLang="en-US" sz="1600" dirty="0">
                <a:latin typeface="微软雅黑"/>
              </a:rPr>
              <a:t>只值时光一吻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C5C26BD-433D-6644-A6F2-BA69F4716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963" y="3207506"/>
            <a:ext cx="3203922" cy="2083669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梦比孤鸿远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冬子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乐舞雅集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这一剑 打碎浪荡虚荣</a:t>
            </a:r>
          </a:p>
          <a:p>
            <a:r>
              <a:rPr lang="zh-CN" altLang="en-US" sz="1600" dirty="0">
                <a:latin typeface="微软雅黑"/>
              </a:rPr>
              <a:t>剑锋上 死是死 生是生</a:t>
            </a:r>
          </a:p>
          <a:p>
            <a:r>
              <a:rPr lang="zh-CN" altLang="en-US" sz="1600" dirty="0">
                <a:latin typeface="微软雅黑"/>
              </a:rPr>
              <a:t>扬眉不问姓字 天外一点孤鸿</a:t>
            </a:r>
          </a:p>
          <a:p>
            <a:r>
              <a:rPr lang="zh-CN" altLang="en-US" sz="1600" dirty="0">
                <a:latin typeface="微软雅黑"/>
              </a:rPr>
              <a:t>谁敢 与我相争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6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6C7FC2D-67DB-6D76-90F6-C72383FC7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936" y="3781330"/>
            <a:ext cx="7173416" cy="116719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EA6A4367-A1CC-A886-E460-3B853F66D6A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36" b="336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梦底相思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排骨教主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litterzy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梦陷山河表里 打乱我命数无痕无题</a:t>
            </a:r>
          </a:p>
          <a:p>
            <a:r>
              <a:rPr lang="zh-CN" altLang="en-US" sz="1600" dirty="0">
                <a:latin typeface="微软雅黑"/>
              </a:rPr>
              <a:t>梦途花销雨寂 谁一笔碾碎红尘芳絮</a:t>
            </a:r>
          </a:p>
          <a:p>
            <a:r>
              <a:rPr lang="zh-CN" altLang="en-US" sz="1600" dirty="0">
                <a:latin typeface="微软雅黑"/>
              </a:rPr>
              <a:t>梦舟小渡青溪 三声雪惊醒心口涟漪</a:t>
            </a:r>
          </a:p>
          <a:p>
            <a:r>
              <a:rPr lang="zh-CN" altLang="en-US" sz="1600" dirty="0">
                <a:latin typeface="微软雅黑"/>
              </a:rPr>
              <a:t>我方寸之地 悠悠憩入一个你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FFB0B3-2BE8-D251-95F8-854F537472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768" y="3491634"/>
            <a:ext cx="4334480" cy="1886213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9C4370A3-CF25-A3A3-5C46-5EB67A99E06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梦倾天下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兰音Reine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兰音Reine/Braska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红楼梦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从来假作真时真亦是假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蜃楼万丈王孙家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锦绣高台欢声珠玉乱洒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泠泠风中化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断弦焚诗梦飞沙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葬不完旧根芽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纱窗下一枕沁芳空流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残红咿呀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A2C9074-CC94-9D23-7E1F-6543FB4BF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481" y="3429000"/>
            <a:ext cx="7196459" cy="198476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梦忆征鞍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司夏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司夏/山雨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若生来 鬓间带 血雨腥风</a:t>
            </a:r>
          </a:p>
          <a:p>
            <a:r>
              <a:rPr lang="zh-CN" altLang="en-US" sz="1600" dirty="0">
                <a:latin typeface="微软雅黑"/>
              </a:rPr>
              <a:t>那也是 这山河 赐我殊荣</a:t>
            </a:r>
          </a:p>
          <a:p>
            <a:r>
              <a:rPr lang="zh-CN" altLang="en-US" sz="1600" dirty="0">
                <a:latin typeface="微软雅黑"/>
              </a:rPr>
              <a:t>风光横 风霜冷</a:t>
            </a:r>
          </a:p>
          <a:p>
            <a:r>
              <a:rPr lang="zh-CN" altLang="en-US" sz="1600" dirty="0">
                <a:latin typeface="微软雅黑"/>
              </a:rPr>
              <a:t>今夜提兵 九曜为烛雪照灯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梦忆征鞍_司夏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A0492C1-7F7A-1B80-4EBA-EAD9ABB486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270" y="2877677"/>
            <a:ext cx="7668695" cy="2229161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那年叶繁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晃儿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Winky诗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紫荆花叶像一颗心 年年盛开不辍一吻</a:t>
            </a:r>
          </a:p>
          <a:p>
            <a:r>
              <a:rPr lang="zh-CN" altLang="en-US" sz="1600" dirty="0">
                <a:latin typeface="微软雅黑"/>
              </a:rPr>
              <a:t>野火花天荒地老地陪衬 这盛世春深</a:t>
            </a:r>
          </a:p>
          <a:p>
            <a:r>
              <a:rPr lang="zh-CN" altLang="en-US" sz="1600" dirty="0">
                <a:latin typeface="微软雅黑"/>
              </a:rPr>
              <a:t>再不肯轻易探询 或许明年春色倍还人</a:t>
            </a:r>
          </a:p>
          <a:p>
            <a:r>
              <a:rPr lang="zh-CN" altLang="en-US" sz="1600" dirty="0">
                <a:latin typeface="微软雅黑"/>
              </a:rPr>
              <a:t>繁华一再地追问 但我们 只是那年的我们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3CE88BF6-E64B-3E63-5561-23414E8F0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93" y="2814696"/>
            <a:ext cx="3898629" cy="304503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8B04A28-69A9-5607-1907-32115F225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375" y="3803266"/>
            <a:ext cx="3383249" cy="144696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D5AF9B49-23D5-301D-FD95-0E890351543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29" t="3712" r="-445" b="1752"/>
          <a:stretch>
            <a:fillRect/>
          </a:stretch>
        </p:blipFill>
        <p:spPr>
          <a:xfrm>
            <a:off x="814812" y="1068309"/>
            <a:ext cx="2390115" cy="220416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片羽吉光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三无Marblue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印iAn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片羽吉光 短如欢颜长如伤</a:t>
            </a:r>
          </a:p>
          <a:p>
            <a:r>
              <a:rPr lang="zh-CN" altLang="en-US" sz="1600" dirty="0">
                <a:latin typeface="微软雅黑"/>
              </a:rPr>
              <a:t>你给的梦 有余香</a:t>
            </a:r>
          </a:p>
          <a:p>
            <a:r>
              <a:rPr lang="zh-CN" altLang="en-US" sz="1600" dirty="0">
                <a:latin typeface="微软雅黑"/>
              </a:rPr>
              <a:t>假如世间 仍然会向往真相</a:t>
            </a:r>
          </a:p>
          <a:p>
            <a:r>
              <a:rPr lang="zh-CN" altLang="en-US" sz="1600" dirty="0">
                <a:latin typeface="微软雅黑"/>
              </a:rPr>
              <a:t>为何人人善忘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3A33002-7BF5-2D48-4EAA-CDFCFA7BF1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389" y="2141423"/>
            <a:ext cx="3549490" cy="3888546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婆娑问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晃儿/Amuro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晃儿/灰原穷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爱过就亏欠 错过总要偿还</a:t>
            </a:r>
          </a:p>
          <a:p>
            <a:r>
              <a:rPr lang="zh-CN" altLang="en-US" sz="1600" dirty="0">
                <a:latin typeface="微软雅黑"/>
              </a:rPr>
              <a:t>一人一生的辗转 要有多难？能有多难？</a:t>
            </a:r>
          </a:p>
          <a:p>
            <a:r>
              <a:rPr lang="zh-CN" altLang="en-US" sz="1600" dirty="0">
                <a:latin typeface="微软雅黑"/>
              </a:rPr>
              <a:t>痛酿成留恋 怨恨沏作冲淡</a:t>
            </a:r>
          </a:p>
          <a:p>
            <a:r>
              <a:rPr lang="zh-CN" altLang="en-US" sz="1600" dirty="0">
                <a:latin typeface="微软雅黑"/>
              </a:rPr>
              <a:t>这推杯换盏向死而生上演千万遍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76CBB48-D630-DBF6-DF65-7E94E311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8745" y="2911696"/>
            <a:ext cx="4667901" cy="2762636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千秋蹈火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音频怪物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张凯颖/GMN宏宇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国风堂 墨家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劫火烙印足音</a:t>
            </a:r>
            <a:r>
              <a:rPr lang="en-US" altLang="zh-CN" dirty="0">
                <a:latin typeface="微软雅黑"/>
              </a:rPr>
              <a:t> </a:t>
            </a:r>
            <a:r>
              <a:rPr lang="zh-CN" altLang="en-US" sz="1600" dirty="0">
                <a:latin typeface="微软雅黑"/>
              </a:rPr>
              <a:t>冻水洗脉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许君一诺 千里应声万里来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生何愁死何哀信手挥之度外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重义轻身 付扬眉一拜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千秋蹈火_音频怪物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9B5185C-872B-AA18-7F64-8FBB04567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7007" y="3420187"/>
            <a:ext cx="7011378" cy="2029108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1E127A81-C9B4-95AB-A9A1-2CF13F4A70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024" r="2024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千生一见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天上春未晚 人间有长安 一去不知年</a:t>
            </a:r>
          </a:p>
          <a:p>
            <a:r>
              <a:rPr lang="zh-CN" altLang="en-US" sz="1600" dirty="0">
                <a:latin typeface="微软雅黑"/>
              </a:rPr>
              <a:t>我几般 再几番 又几遍 看淡了连城烟花暗</a:t>
            </a:r>
          </a:p>
          <a:p>
            <a:r>
              <a:rPr lang="zh-CN" altLang="en-US" sz="1600" dirty="0">
                <a:latin typeface="微软雅黑"/>
              </a:rPr>
              <a:t>而一顷添白发 一夜凋朱颜 最绚烂瞬间</a:t>
            </a:r>
          </a:p>
          <a:p>
            <a:r>
              <a:rPr lang="zh-CN" altLang="en-US" sz="1600" dirty="0">
                <a:latin typeface="微软雅黑"/>
              </a:rPr>
              <a:t>愿不愿 陪我等 一眼换一生缘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363DCE1-0094-5B41-FC41-D9FA5A3AA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960" y="3639656"/>
            <a:ext cx="6125430" cy="121937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13">
            <a:extLst>
              <a:ext uri="{FF2B5EF4-FFF2-40B4-BE49-F238E27FC236}">
                <a16:creationId xmlns:a16="http://schemas.microsoft.com/office/drawing/2014/main" id="{E46076B6-1D22-9043-EC5A-B0B50EDFA1B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77" b="17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牵丝戏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银临/Aki阿杰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银临/灰原穷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单击此处添加文本</a:t>
            </a:r>
            <a:endParaRPr sz="1600" dirty="0">
              <a:latin typeface="微软雅黑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CE2659B4-40FA-D4BC-195B-8FE8E86291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青白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银临/黄诗扶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黄诗扶/Mzf小慕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清风起</a:t>
            </a:r>
            <a:r>
              <a:rPr lang="en-US" altLang="zh-CN" dirty="0"/>
              <a:t>》</a:t>
            </a:r>
            <a:r>
              <a:rPr lang="zh-CN" altLang="en-US" dirty="0"/>
              <a:t>专辑 白蛇 青蛇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白：是艳是情遍身柔软在蔓延 欲和望点缀离世天真的脸</a:t>
            </a:r>
          </a:p>
          <a:p>
            <a:r>
              <a:rPr lang="zh-CN" altLang="en-US" sz="1600" dirty="0">
                <a:latin typeface="微软雅黑"/>
              </a:rPr>
              <a:t>斟酌过发肤 旁骛着容颜 鲜血这样冷而我这样甜</a:t>
            </a:r>
          </a:p>
          <a:p>
            <a:r>
              <a:rPr lang="zh-CN" altLang="en-US" sz="1600" dirty="0">
                <a:latin typeface="微软雅黑"/>
              </a:rPr>
              <a:t>青：孤了寂了怎比指尖如丝缎 魅与惑染就满身湛青鳞片</a:t>
            </a:r>
          </a:p>
          <a:p>
            <a:r>
              <a:rPr lang="zh-CN" altLang="en-US" sz="1600" dirty="0">
                <a:latin typeface="微软雅黑"/>
              </a:rPr>
              <a:t>我见谁一面 毒辣只一面 偏你这样美陪我这样缠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17F03AE-4AED-259A-A5F3-B1B4BE1B6F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8039" y="2968865"/>
            <a:ext cx="5939106" cy="2520067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C8462202-72A8-018B-4B12-05C34A194E9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632" b="632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青蛇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黄诗扶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黄诗扶/百川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从前有座山</a:t>
            </a:r>
            <a:r>
              <a:rPr lang="en-US" altLang="zh-CN" dirty="0"/>
              <a:t>》</a:t>
            </a:r>
            <a:r>
              <a:rPr lang="zh-CN" altLang="en-US" dirty="0"/>
              <a:t>专辑 青蛇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58319" y="275620"/>
            <a:ext cx="6781537" cy="144696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/>
              </a:rPr>
              <a:t>别代入我想象别替我原谅 别纵容我偷生别弃我沦亡</a:t>
            </a:r>
            <a:br>
              <a:rPr lang="zh-CN" altLang="en-US" dirty="0">
                <a:latin typeface="微软雅黑"/>
              </a:rPr>
            </a:br>
            <a:r>
              <a:rPr lang="zh-CN" altLang="en-US" dirty="0">
                <a:latin typeface="微软雅黑"/>
              </a:rPr>
              <a:t>一千岁太长 我半途离场 先将这人间 尝一个欢畅</a:t>
            </a:r>
            <a:br>
              <a:rPr lang="zh-CN" altLang="en-US" dirty="0">
                <a:latin typeface="微软雅黑"/>
              </a:rPr>
            </a:br>
            <a:r>
              <a:rPr lang="zh-CN" altLang="en-US" dirty="0">
                <a:latin typeface="微软雅黑"/>
              </a:rPr>
              <a:t>起起落落人海无风重重浪 颠倒红尘迷了迷离眼色香</a:t>
            </a:r>
            <a:br>
              <a:rPr lang="zh-CN" altLang="en-US" dirty="0">
                <a:latin typeface="微软雅黑"/>
              </a:rPr>
            </a:br>
            <a:r>
              <a:rPr lang="zh-CN" altLang="en-US" dirty="0">
                <a:latin typeface="微软雅黑"/>
              </a:rPr>
              <a:t>我悠悠荡荡 稳睡风流帐 恨情字鲁莽 往心口一撞</a:t>
            </a:r>
          </a:p>
          <a:p>
            <a:endParaRPr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11699B5-0C10-1F3C-EB83-C6BF8028C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7371" y="3840030"/>
            <a:ext cx="7592485" cy="118126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清凉歌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清凉歌集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雪月自清凉 烟光绕莲桑</a:t>
            </a:r>
          </a:p>
          <a:p>
            <a:r>
              <a:rPr lang="zh-CN" altLang="en-US" sz="1600" dirty="0">
                <a:latin typeface="微软雅黑"/>
              </a:rPr>
              <a:t>风吹梦华响 向紫云屏上撞</a:t>
            </a:r>
          </a:p>
          <a:p>
            <a:r>
              <a:rPr lang="zh-CN" altLang="en-US" sz="1600" dirty="0">
                <a:latin typeface="微软雅黑"/>
              </a:rPr>
              <a:t>钟声扬 有因缘登场</a:t>
            </a:r>
          </a:p>
          <a:p>
            <a:r>
              <a:rPr lang="zh-CN" altLang="en-US" sz="1600" dirty="0">
                <a:latin typeface="微软雅黑"/>
              </a:rPr>
              <a:t>风月一擦肩 心火就烫</a:t>
            </a:r>
          </a:p>
          <a:p>
            <a:r>
              <a:rPr lang="zh-CN" altLang="en-US" sz="1600" dirty="0">
                <a:latin typeface="微软雅黑"/>
              </a:rPr>
              <a:t>欠与还 都夙世不忘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清凉歌_晃儿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4413A3E-3690-1686-A336-A87267D6D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819" y="3572763"/>
            <a:ext cx="4744112" cy="1314633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占位符 12">
            <a:extLst>
              <a:ext uri="{FF2B5EF4-FFF2-40B4-BE49-F238E27FC236}">
                <a16:creationId xmlns:a16="http://schemas.microsoft.com/office/drawing/2014/main" id="{96F64524-86F7-A5B4-566B-C6A9912486B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人间好处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苍穹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喻川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700445" y="5488932"/>
            <a:ext cx="3604191" cy="370800"/>
          </a:xfrm>
        </p:spPr>
        <p:txBody>
          <a:bodyPr/>
          <a:lstStyle/>
          <a:p>
            <a:r>
              <a:rPr lang="en-US" dirty="0"/>
              <a:t>《Write You a Song》</a:t>
            </a:r>
            <a:r>
              <a:rPr lang="zh-CN" altLang="en-US" dirty="0"/>
              <a:t>专辑 </a:t>
            </a:r>
            <a:r>
              <a:rPr lang="en-US" altLang="zh-CN" dirty="0"/>
              <a:t>《</a:t>
            </a:r>
            <a:r>
              <a:rPr lang="zh-CN" altLang="en-US" dirty="0"/>
              <a:t>皓衣行</a:t>
            </a:r>
            <a:r>
              <a:rPr lang="en-US" altLang="zh-CN" dirty="0"/>
              <a:t>》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三千长阶 淌入永世的风波</a:t>
            </a:r>
          </a:p>
          <a:p>
            <a:r>
              <a:rPr lang="zh-CN" altLang="en-US" sz="1600" dirty="0">
                <a:latin typeface="微软雅黑"/>
              </a:rPr>
              <a:t>命如空盏 尝来不苦又不涩</a:t>
            </a:r>
          </a:p>
          <a:p>
            <a:r>
              <a:rPr lang="zh-CN" altLang="en-US" sz="1600" dirty="0">
                <a:latin typeface="微软雅黑"/>
              </a:rPr>
              <a:t>风中高阁 朱楼残火</a:t>
            </a:r>
          </a:p>
          <a:p>
            <a:r>
              <a:rPr lang="zh-CN" altLang="en-US" sz="1600" dirty="0">
                <a:latin typeface="微软雅黑"/>
              </a:rPr>
              <a:t>犹照少年颜色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C8AE73-513D-844F-98BF-3A6FF3E96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4636" y="3363213"/>
            <a:ext cx="7887364" cy="70338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424F99E-050B-8FBD-A999-671A7D263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3417" y="4483683"/>
            <a:ext cx="5217434" cy="1359742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占位符 9">
            <a:extLst>
              <a:ext uri="{FF2B5EF4-FFF2-40B4-BE49-F238E27FC236}">
                <a16:creationId xmlns:a16="http://schemas.microsoft.com/office/drawing/2014/main" id="{1CDD54FE-43D7-A8CC-496C-AB6CCF65A17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人间未满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41648" y="4249341"/>
            <a:ext cx="3707658" cy="370800"/>
          </a:xfrm>
        </p:spPr>
        <p:txBody>
          <a:bodyPr/>
          <a:lstStyle/>
          <a:p>
            <a:r>
              <a:rPr dirty="0" err="1"/>
              <a:t>说说Crystal</a:t>
            </a:r>
            <a:r>
              <a:rPr dirty="0"/>
              <a:t>/</a:t>
            </a:r>
            <a:r>
              <a:rPr dirty="0" err="1"/>
              <a:t>妮莉安Lily</a:t>
            </a:r>
            <a:r>
              <a:rPr dirty="0"/>
              <a:t>/</a:t>
            </a:r>
            <a:r>
              <a:rPr dirty="0" err="1"/>
              <a:t>纱依shayi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七夕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我怎敢盼生生世世结华愿 七月七日桥头见</a:t>
            </a:r>
          </a:p>
          <a:p>
            <a:r>
              <a:rPr lang="zh-CN" altLang="en-US" sz="1600" dirty="0">
                <a:latin typeface="微软雅黑"/>
              </a:rPr>
              <a:t>一声似曾相识不许天地羡</a:t>
            </a:r>
          </a:p>
          <a:p>
            <a:r>
              <a:rPr lang="zh-CN" altLang="en-US" sz="1600" dirty="0">
                <a:latin typeface="微软雅黑"/>
              </a:rPr>
              <a:t>问谁不想长醉春日宴 留步长生殿</a:t>
            </a:r>
          </a:p>
          <a:p>
            <a:r>
              <a:rPr lang="zh-CN" altLang="en-US" sz="1600" dirty="0">
                <a:latin typeface="微软雅黑"/>
              </a:rPr>
              <a:t>镜里白发萧萧也团圆 相对看</a:t>
            </a:r>
            <a:endParaRPr sz="1600" dirty="0">
              <a:latin typeface="微软雅黑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3C4F85D-EED5-FBC8-349F-6F6E7CF19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204" y="2328809"/>
            <a:ext cx="5122769" cy="3530923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1E51406C-6DF5-10D8-E271-A69643716C6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26" r="526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人间一步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三无Marblue/子弥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彦Jans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我独自 走到人间深处</a:t>
            </a:r>
          </a:p>
          <a:p>
            <a:r>
              <a:rPr lang="zh-CN" altLang="en-US" sz="1600" dirty="0">
                <a:latin typeface="微软雅黑"/>
              </a:rPr>
              <a:t>举目飞花簌簌 雪中你有没有哭</a:t>
            </a:r>
          </a:p>
          <a:p>
            <a:r>
              <a:rPr lang="zh-CN" altLang="en-US" sz="1600" dirty="0">
                <a:latin typeface="微软雅黑"/>
              </a:rPr>
              <a:t>把流言 当作诺言体悟</a:t>
            </a:r>
          </a:p>
          <a:p>
            <a:r>
              <a:rPr lang="zh-CN" altLang="en-US" sz="1600" dirty="0">
                <a:latin typeface="微软雅黑"/>
              </a:rPr>
              <a:t>百万熙攘都落幕 一转身两两相顾</a:t>
            </a:r>
          </a:p>
          <a:p>
            <a:r>
              <a:rPr lang="zh-CN" altLang="en-US" sz="1600" dirty="0">
                <a:latin typeface="微软雅黑"/>
              </a:rPr>
              <a:t>人间值得这一步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74D124-4EC6-D383-A626-3F2B4EB29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36" y="3419750"/>
            <a:ext cx="5817305" cy="1643767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如何迷迭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梦璟SAYA/破音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CC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杀阵</a:t>
            </a:r>
            <a:r>
              <a:rPr lang="en-US" altLang="zh-CN" dirty="0"/>
              <a:t>》</a:t>
            </a:r>
            <a:r>
              <a:rPr lang="zh-CN" altLang="en-US" dirty="0"/>
              <a:t>广播剧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心如秘色容易裂</a:t>
            </a:r>
          </a:p>
          <a:p>
            <a:r>
              <a:rPr lang="zh-CN" altLang="en-US" sz="1600" dirty="0">
                <a:latin typeface="微软雅黑"/>
              </a:rPr>
              <a:t>鬓边霜发崖边雪</a:t>
            </a:r>
          </a:p>
          <a:p>
            <a:r>
              <a:rPr lang="zh-CN" altLang="en-US" sz="1600" dirty="0">
                <a:latin typeface="微软雅黑"/>
              </a:rPr>
              <a:t>若能踏遍生死界</a:t>
            </a:r>
          </a:p>
          <a:p>
            <a:r>
              <a:rPr lang="zh-CN" altLang="en-US" sz="1600" dirty="0">
                <a:latin typeface="微软雅黑"/>
              </a:rPr>
              <a:t>重挽月轮皎洁</a:t>
            </a:r>
          </a:p>
          <a:p>
            <a:r>
              <a:rPr lang="zh-CN" altLang="en-US" sz="1600" dirty="0">
                <a:latin typeface="微软雅黑"/>
              </a:rPr>
              <a:t>温存一夜香迷迭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928048-4C02-5E4C-F5C9-231ECDC37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754" y="3172904"/>
            <a:ext cx="5868219" cy="1705213"/>
          </a:xfrm>
          <a:prstGeom prst="rect">
            <a:avLst/>
          </a:prstGeom>
        </p:spPr>
      </p:pic>
      <p:pic>
        <p:nvPicPr>
          <p:cNvPr id="15" name="图片占位符 14">
            <a:extLst>
              <a:ext uri="{FF2B5EF4-FFF2-40B4-BE49-F238E27FC236}">
                <a16:creationId xmlns:a16="http://schemas.microsoft.com/office/drawing/2014/main" id="{BE3483B1-6B52-CFF0-6EA5-A667F0E3E8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8013" r="8013"/>
          <a:stretch/>
        </p:blipFill>
        <p:spPr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如云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白淮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钟儿蓝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五黑框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少年人都是神 嫌天地窘困</a:t>
            </a:r>
          </a:p>
          <a:p>
            <a:r>
              <a:rPr lang="zh-CN" altLang="en-US" sz="1600" dirty="0">
                <a:latin typeface="微软雅黑"/>
              </a:rPr>
              <a:t>筑九州 聚风云</a:t>
            </a:r>
          </a:p>
          <a:p>
            <a:r>
              <a:rPr lang="zh-CN" altLang="en-US" sz="1600" dirty="0">
                <a:latin typeface="微软雅黑"/>
              </a:rPr>
              <a:t>后来读完剧本 只剩姓名真</a:t>
            </a:r>
          </a:p>
          <a:p>
            <a:r>
              <a:rPr lang="zh-CN" altLang="en-US" sz="1600" dirty="0">
                <a:latin typeface="微软雅黑"/>
              </a:rPr>
              <a:t>怕只怕 有人信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如云_白淮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661325F-1A1A-DC70-C49C-3F59CC9AA3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625" y="4216943"/>
            <a:ext cx="2133898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11">
            <a:extLst>
              <a:ext uri="{FF2B5EF4-FFF2-40B4-BE49-F238E27FC236}">
                <a16:creationId xmlns:a16="http://schemas.microsoft.com/office/drawing/2014/main" id="{4084F843-26B0-CCF1-E89F-0C698723B60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三千界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晃儿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39741" y="70927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若爱恨 撕裂了薄纱 都覆满欺诈</a:t>
            </a:r>
          </a:p>
          <a:p>
            <a:r>
              <a:rPr lang="zh-CN" altLang="en-US" sz="1600" dirty="0">
                <a:latin typeface="微软雅黑"/>
              </a:rPr>
              <a:t>生与死交加 被时光敲打 颠仆难放下</a:t>
            </a:r>
          </a:p>
          <a:p>
            <a:r>
              <a:rPr lang="zh-CN" altLang="en-US" sz="1600" dirty="0">
                <a:latin typeface="微软雅黑"/>
              </a:rPr>
              <a:t>措手不及 看野火丛生 焚尽了浮华</a:t>
            </a:r>
          </a:p>
          <a:p>
            <a:r>
              <a:rPr lang="zh-CN" altLang="en-US" sz="1600" dirty="0">
                <a:latin typeface="微软雅黑"/>
              </a:rPr>
              <a:t>等不回 盼不回 宿命甜美的践踏</a:t>
            </a:r>
          </a:p>
          <a:p>
            <a:r>
              <a:rPr lang="zh-CN" altLang="en-US" sz="1600" dirty="0">
                <a:latin typeface="微软雅黑"/>
              </a:rPr>
              <a:t>望不回 心帆一叶赴天涯</a:t>
            </a:r>
          </a:p>
          <a:p>
            <a:r>
              <a:rPr lang="zh-CN" altLang="en-US" sz="1600" dirty="0">
                <a:latin typeface="微软雅黑"/>
              </a:rPr>
              <a:t>多谢你 听完这三千繁华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847254A-9D68-A6BF-C408-4F8C56A164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9741" y="3272478"/>
            <a:ext cx="2686425" cy="21815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087BCC5-EBDD-82D4-222B-26199D418C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319" y="3552890"/>
            <a:ext cx="3756343" cy="1763701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1E3031A7-550C-4CC7-1999-59EEB003FAE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673" t="325" b="4998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莎乐美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食鉴/樱九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潮汐soron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黑暗系列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晴空满月 将照耀谁的鲜血翠幔金阶 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是装点谁的泯灭癫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狂比暧昧更加纯洁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不习惯轻易地妥协</a:t>
            </a:r>
            <a:endParaRPr sz="1600" dirty="0">
              <a:latin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B9FC89A2-1AA0-A42D-3C38-0E36ABBFC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7283" y="2513991"/>
            <a:ext cx="5833053" cy="3470699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88367C40-4B63-48AD-E222-0316B6B1A0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27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山北水南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妮莉安Lily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卡卡的音乐世界/Papaw泡泡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zh-CN" b="1" dirty="0"/>
              <a:t>星灵歌者</a:t>
            </a:r>
            <a:r>
              <a:rPr lang="en-US" altLang="zh-CN" b="1" dirty="0"/>
              <a:t>》</a:t>
            </a:r>
            <a:r>
              <a:rPr lang="zh-CN" altLang="en-US" b="1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77977" y="80459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行过水南山北 荡过万转千回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捉牢心头颠沛 安放在笑眼轻眉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旧时光迎面倾杯 未饮已醉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趟几遭是与非 撞南墙撞不碎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dirty="0">
                <a:latin typeface="微软雅黑"/>
              </a:rPr>
              <a:t>才把冷暖学会 春和秋哪有错对</a:t>
            </a:r>
            <a:endParaRPr lang="en-US" altLang="zh-CN" dirty="0">
              <a:latin typeface="微软雅黑"/>
            </a:endParaRPr>
          </a:p>
          <a:p>
            <a:r>
              <a:rPr lang="zh-CN" altLang="en-US" dirty="0">
                <a:latin typeface="微软雅黑"/>
              </a:rPr>
              <a:t>月光轻声在问 你变了没</a:t>
            </a:r>
            <a:endParaRPr lang="en-US" altLang="zh-CN" sz="1600" dirty="0">
              <a:latin typeface="微软雅黑"/>
            </a:endParaRPr>
          </a:p>
          <a:p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2545440-9F3C-5171-896D-84CEA91D24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314" y="3572763"/>
            <a:ext cx="4239217" cy="1124107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13">
            <a:extLst>
              <a:ext uri="{FF2B5EF4-FFF2-40B4-BE49-F238E27FC236}">
                <a16:creationId xmlns:a16="http://schemas.microsoft.com/office/drawing/2014/main" id="{EBF1726F-595B-F401-C4B7-11E77D5895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253" b="2253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谁主沉浮·千秋远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梦璟SAYA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Tureleon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谁主沉浮</a:t>
            </a:r>
            <a:r>
              <a:rPr lang="en-US" altLang="zh-CN" dirty="0"/>
              <a:t>》</a:t>
            </a:r>
            <a:r>
              <a:rPr lang="zh-CN" altLang="en-US" dirty="0"/>
              <a:t>广播剧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也曾负知音一盏 饮毒谋暗剑</a:t>
            </a:r>
          </a:p>
          <a:p>
            <a:r>
              <a:rPr lang="zh-CN" altLang="en-US" sz="1600" dirty="0">
                <a:latin typeface="微软雅黑"/>
              </a:rPr>
              <a:t>也曾碎心香几瓣</a:t>
            </a:r>
          </a:p>
          <a:p>
            <a:r>
              <a:rPr lang="zh-CN" altLang="en-US" sz="1600" dirty="0">
                <a:latin typeface="微软雅黑"/>
              </a:rPr>
              <a:t>也曾误桃花春暖 离衾别梦寒</a:t>
            </a:r>
          </a:p>
          <a:p>
            <a:r>
              <a:rPr lang="zh-CN" altLang="en-US" sz="1600" dirty="0">
                <a:latin typeface="微软雅黑"/>
              </a:rPr>
              <a:t>终与你 比肩纵马看河山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D45FA62-45F2-01E7-1F8F-3FD1B31DF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6531" y="3434782"/>
            <a:ext cx="5934903" cy="1848108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2B791195-9706-FDA0-7903-EDED334D799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十面玲珑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粉墨轻呵 凉薄了心中火</a:t>
            </a:r>
          </a:p>
          <a:p>
            <a:r>
              <a:rPr lang="zh-CN" altLang="en-US" sz="1600" dirty="0">
                <a:latin typeface="微软雅黑"/>
              </a:rPr>
              <a:t>情热怎禁思度</a:t>
            </a:r>
          </a:p>
          <a:p>
            <a:r>
              <a:rPr lang="zh-CN" altLang="en-US" sz="1600" dirty="0">
                <a:latin typeface="微软雅黑"/>
              </a:rPr>
              <a:t>若黑白分明都是错</a:t>
            </a:r>
          </a:p>
          <a:p>
            <a:r>
              <a:rPr lang="zh-CN" altLang="en-US" sz="1600" dirty="0">
                <a:latin typeface="微软雅黑"/>
              </a:rPr>
              <a:t>一笔糊涂我应得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A02FDF9-54C5-FC19-7238-887191790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349" y="3078771"/>
            <a:ext cx="5858693" cy="2410161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恃宠生忧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O2O男团 / 朱强 / 任展成Allen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喻川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全职高手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我会为一个人哀愁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茫然任勇气蚀锈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也会被一个人成就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陪他称不世王侯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也无关对错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只是少年不舍骄傲不屑宽宥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爱本是甜美绝伦的咒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纵容我恃宠生忧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恃宠生忧_O2O男团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56F976D-278C-C115-B1D4-49C3A5B6B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792" y="2295451"/>
            <a:ext cx="2263808" cy="3493025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水上灯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Braska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Braska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她曾把情郎思</a:t>
            </a:r>
            <a:r>
              <a:rPr lang="zh-CN" altLang="en-US" dirty="0">
                <a:latin typeface="微软雅黑"/>
              </a:rPr>
              <a:t> </a:t>
            </a:r>
            <a:r>
              <a:rPr lang="zh-CN" altLang="en-US" sz="1600" dirty="0">
                <a:latin typeface="微软雅黑"/>
              </a:rPr>
              <a:t>也曾把君王刺</a:t>
            </a:r>
          </a:p>
          <a:p>
            <a:r>
              <a:rPr lang="zh-CN" altLang="en-US" sz="1600" dirty="0">
                <a:latin typeface="微软雅黑"/>
              </a:rPr>
              <a:t>千万人想与她</a:t>
            </a:r>
          </a:p>
          <a:p>
            <a:r>
              <a:rPr lang="zh-CN" altLang="en-US" sz="1600" dirty="0">
                <a:latin typeface="微软雅黑"/>
              </a:rPr>
              <a:t>再见一次</a:t>
            </a:r>
          </a:p>
          <a:p>
            <a:r>
              <a:rPr lang="zh-CN" altLang="en-US" sz="1600" dirty="0">
                <a:latin typeface="微软雅黑"/>
              </a:rPr>
              <a:t>爱她者因她疯 恨她者为她死</a:t>
            </a:r>
          </a:p>
          <a:p>
            <a:r>
              <a:rPr lang="zh-CN" altLang="en-US" sz="1600" dirty="0">
                <a:latin typeface="微软雅黑"/>
              </a:rPr>
              <a:t>她却若无其事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水上灯_Braska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A5AB6F0-BD7C-BF63-E572-9C8F8EAA12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838" y="2369513"/>
            <a:ext cx="4149306" cy="3588077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38708750-075F-5491-0EFE-28965BFEBC64}"/>
              </a:ext>
            </a:extLst>
          </p:cNvPr>
          <p:cNvSpPr/>
          <p:nvPr/>
        </p:nvSpPr>
        <p:spPr>
          <a:xfrm>
            <a:off x="8465491" y="4878117"/>
            <a:ext cx="331410" cy="17965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5C19C3F0-DFA3-F8CD-B403-8FD3E011C7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思念公馆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掬一捧不凋的烟云</a:t>
            </a:r>
          </a:p>
          <a:p>
            <a:r>
              <a:rPr lang="zh-CN" altLang="en-US" sz="1600" dirty="0">
                <a:latin typeface="微软雅黑"/>
              </a:rPr>
              <a:t>云烟里是你是我旁若无人</a:t>
            </a:r>
          </a:p>
          <a:p>
            <a:r>
              <a:rPr lang="zh-CN" altLang="en-US" sz="1600" dirty="0">
                <a:latin typeface="微软雅黑"/>
              </a:rPr>
              <a:t>一过眼却阅后即焚</a:t>
            </a:r>
          </a:p>
          <a:p>
            <a:r>
              <a:rPr lang="zh-CN" altLang="en-US" sz="1600" dirty="0">
                <a:latin typeface="微软雅黑"/>
              </a:rPr>
              <a:t>只剩留恋一息尚存再回不去的我们</a:t>
            </a:r>
          </a:p>
          <a:p>
            <a:r>
              <a:rPr lang="zh-CN" altLang="en-US" sz="1600" dirty="0">
                <a:latin typeface="微软雅黑"/>
              </a:rPr>
              <a:t>容我倾尽余生在这思念公馆沉默司阍</a:t>
            </a:r>
            <a:endParaRPr sz="1600" dirty="0">
              <a:latin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8C9EA66-0A2A-4FE8-66B9-0F13C8992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741" y="3679857"/>
            <a:ext cx="3658469" cy="62007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F6B01654-D6D5-9683-7BBD-840FB21441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951" b="951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叹风光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Braska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王馨怡/大明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要黄金台上 抬眼看老玄黄</a:t>
            </a:r>
          </a:p>
          <a:p>
            <a:r>
              <a:rPr lang="zh-CN" altLang="en-US" sz="1600" dirty="0">
                <a:latin typeface="微软雅黑"/>
              </a:rPr>
              <a:t>要剑指龙城 赤水红旗万里扬</a:t>
            </a:r>
          </a:p>
          <a:p>
            <a:r>
              <a:rPr lang="zh-CN" altLang="en-US" sz="1600" dirty="0">
                <a:latin typeface="微软雅黑"/>
              </a:rPr>
              <a:t>要走马千年 醉倒碧海清光</a:t>
            </a:r>
          </a:p>
          <a:p>
            <a:r>
              <a:rPr lang="zh-CN" altLang="en-US" sz="1600" dirty="0">
                <a:latin typeface="微软雅黑"/>
              </a:rPr>
              <a:t>要毕生无悔 共举世无双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87D140E-E40F-C056-0774-C7E1D473C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804" y="2192074"/>
            <a:ext cx="3452059" cy="3764935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棠花谢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晃儿/慕寒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红尘有雪 剑气纠结 梦幻百年 空花罹灭</a:t>
            </a:r>
          </a:p>
          <a:p>
            <a:r>
              <a:rPr sz="1600">
                <a:latin typeface="微软雅黑"/>
              </a:rPr>
              <a:t>是你以诀别书写 风华绝代的不屑</a:t>
            </a:r>
          </a:p>
          <a:p>
            <a:r>
              <a:rPr sz="1600">
                <a:latin typeface="微软雅黑"/>
              </a:rPr>
              <a:t>前尘的夜 今世的血 闪现交叠</a:t>
            </a:r>
          </a:p>
        </p:txBody>
      </p:sp>
      <p:pic>
        <p:nvPicPr>
          <p:cNvPr id="8" name="Picture 7" descr="sq_v5_89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B3BA5A8-C1F8-ABF4-D48C-BE1A114BB9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6103" y="3001833"/>
            <a:ext cx="2819794" cy="285789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F1F43F4-6609-A24E-507A-1BB3228E3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1986" y="3590183"/>
            <a:ext cx="4221673" cy="1681197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FC5BCCBA-E233-E80D-824D-C174428F1A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65" r="265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桃夭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空青Azurite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包包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桃夭祭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白发三千订约百年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是秋拨灯火闲暖一世风雪连绵</a:t>
            </a:r>
          </a:p>
          <a:p>
            <a:r>
              <a:rPr lang="zh-CN" altLang="en-US" sz="1600" dirty="0">
                <a:latin typeface="微软雅黑"/>
              </a:rPr>
              <a:t>未央歌里许长安</a:t>
            </a:r>
          </a:p>
          <a:p>
            <a:r>
              <a:rPr lang="zh-CN" altLang="en-US" sz="1600" dirty="0">
                <a:latin typeface="微软雅黑"/>
              </a:rPr>
              <a:t>她凝黛眉山为谁不展</a:t>
            </a:r>
          </a:p>
          <a:p>
            <a:r>
              <a:rPr lang="zh-CN" altLang="en-US" sz="1600" dirty="0">
                <a:latin typeface="微软雅黑"/>
              </a:rPr>
              <a:t>风月万千他为谁看淡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9B1689C0-9FB2-9C40-4A2F-F2C2BDA57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58783"/>
            <a:ext cx="4334480" cy="1648055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47866156-4EEA-F188-E599-D948911FB85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天宝知否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言和/洛天依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怎知抛我于叶落 弃我如刍狗 国裂家难留</a:t>
            </a:r>
          </a:p>
          <a:p>
            <a:r>
              <a:rPr lang="zh-CN" altLang="en-US" sz="1600" dirty="0">
                <a:latin typeface="微软雅黑"/>
              </a:rPr>
              <a:t>怎知那霓裳舞袖 换了一丈白绸</a:t>
            </a:r>
          </a:p>
          <a:p>
            <a:r>
              <a:rPr lang="zh-CN" altLang="en-US" sz="1600" dirty="0">
                <a:latin typeface="微软雅黑"/>
              </a:rPr>
              <a:t>怎知四十年无忧 年年作千秋 灰木焚舟</a:t>
            </a:r>
          </a:p>
          <a:p>
            <a:r>
              <a:rPr lang="zh-CN" altLang="en-US" sz="1600" dirty="0">
                <a:latin typeface="微软雅黑"/>
              </a:rPr>
              <a:t>惆怅已如前生 莫问知否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28706C0-4C6A-D09D-5969-BC39CA548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9447" y="3254579"/>
            <a:ext cx="7020905" cy="211484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天地藏春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水一/齐栾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颜如希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群像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也无憾 也无恨 也不怨离分</a:t>
            </a:r>
          </a:p>
          <a:p>
            <a:r>
              <a:rPr lang="zh-CN" altLang="en-US" sz="1600" dirty="0">
                <a:latin typeface="微软雅黑"/>
              </a:rPr>
              <a:t>万华一色倒影入纯心</a:t>
            </a:r>
          </a:p>
          <a:p>
            <a:r>
              <a:rPr lang="zh-CN" altLang="en-US" sz="1600" dirty="0">
                <a:latin typeface="微软雅黑"/>
              </a:rPr>
              <a:t>何必问 何谓风流 何须自矜</a:t>
            </a:r>
          </a:p>
          <a:p>
            <a:r>
              <a:rPr lang="zh-CN" altLang="en-US" sz="1600" dirty="0">
                <a:latin typeface="微软雅黑"/>
              </a:rPr>
              <a:t>只将傲骨成全天地 烂漫春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92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99FBA51-A8BC-277D-E4C9-6B8AC5F0A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634529"/>
            <a:ext cx="4648849" cy="800212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D3A98A06-C9FF-C4A5-DE30-6F966F03F1C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199" r="1199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天地离歌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音频怪物/晃儿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天下</a:t>
            </a:r>
            <a:r>
              <a:rPr lang="en-US" altLang="zh-CN" dirty="0"/>
              <a:t>3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离了远了 别了忘了 不记了</a:t>
            </a:r>
          </a:p>
          <a:p>
            <a:r>
              <a:rPr sz="1600">
                <a:latin typeface="微软雅黑"/>
              </a:rPr>
              <a:t>一曲故园声里 故年旧雨相和 不弃不舍</a:t>
            </a:r>
          </a:p>
          <a:p>
            <a:r>
              <a:rPr sz="1600">
                <a:latin typeface="微软雅黑"/>
              </a:rPr>
              <a:t>梦了念了 醒了伤了 人去了</a:t>
            </a:r>
          </a:p>
          <a:p>
            <a:r>
              <a:rPr sz="1600">
                <a:latin typeface="微软雅黑"/>
              </a:rPr>
              <a:t>花叶生生相错 留我忘川精魄 不舍不得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DF07FD8-8D6B-7814-4C24-1316C01AB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352" y="2801339"/>
            <a:ext cx="3972479" cy="2896004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E58586F3-5C23-7D3E-2B76-2FA2180270C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天河珮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晃儿/又又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风月幽灵 若我能如禅定</a:t>
            </a:r>
          </a:p>
          <a:p>
            <a:r>
              <a:rPr lang="zh-CN" altLang="en-US" sz="1600" dirty="0">
                <a:latin typeface="微软雅黑"/>
              </a:rPr>
              <a:t>何必这一生 曾</a:t>
            </a:r>
            <a:r>
              <a:rPr lang="en-US" altLang="zh-CN" sz="1600" dirty="0">
                <a:latin typeface="微软雅黑"/>
              </a:rPr>
              <a:t>《</a:t>
            </a:r>
            <a:r>
              <a:rPr lang="zh-CN" altLang="en-US" sz="1600" dirty="0">
                <a:latin typeface="微软雅黑"/>
              </a:rPr>
              <a:t>游园</a:t>
            </a:r>
            <a:r>
              <a:rPr lang="en-US" altLang="zh-CN" sz="1600" dirty="0">
                <a:latin typeface="微软雅黑"/>
              </a:rPr>
              <a:t>》</a:t>
            </a:r>
            <a:r>
              <a:rPr lang="zh-CN" altLang="en-US" sz="1600" dirty="0">
                <a:latin typeface="微软雅黑"/>
              </a:rPr>
              <a:t>又复</a:t>
            </a:r>
            <a:r>
              <a:rPr lang="en-US" altLang="zh-CN" sz="1600" dirty="0">
                <a:latin typeface="微软雅黑"/>
              </a:rPr>
              <a:t>《</a:t>
            </a:r>
            <a:r>
              <a:rPr lang="zh-CN" altLang="en-US" sz="1600" dirty="0">
                <a:latin typeface="微软雅黑"/>
              </a:rPr>
              <a:t>惊梦</a:t>
            </a:r>
            <a:r>
              <a:rPr lang="en-US" altLang="zh-CN" sz="1600" dirty="0">
                <a:latin typeface="微软雅黑"/>
              </a:rPr>
              <a:t>》</a:t>
            </a:r>
          </a:p>
          <a:p>
            <a:r>
              <a:rPr lang="zh-CN" altLang="en-US" sz="1600" dirty="0">
                <a:latin typeface="微软雅黑"/>
              </a:rPr>
              <a:t>金粉飞停 浮光掠影</a:t>
            </a:r>
          </a:p>
          <a:p>
            <a:r>
              <a:rPr lang="zh-CN" altLang="en-US" sz="1600" dirty="0">
                <a:latin typeface="微软雅黑"/>
              </a:rPr>
              <a:t>白驹过隙一双人一生</a:t>
            </a:r>
          </a:p>
          <a:p>
            <a:r>
              <a:rPr lang="zh-CN" altLang="en-US" sz="1600" dirty="0">
                <a:latin typeface="微软雅黑"/>
              </a:rPr>
              <a:t>天河落寞隔岸叹双星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95D1096-52A9-4AC7-2524-E8456C271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58458"/>
            <a:ext cx="2535460" cy="2801274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7D075E35-9165-E3EC-5750-E9F595A14CD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天雨流芳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这一步下一步 雨珠如泪珠</a:t>
            </a:r>
          </a:p>
          <a:p>
            <a:r>
              <a:rPr lang="zh-CN" altLang="en-US" sz="1600" dirty="0">
                <a:latin typeface="微软雅黑"/>
              </a:rPr>
              <a:t>这一幕下一幕 嫉妒要欢度</a:t>
            </a:r>
          </a:p>
          <a:p>
            <a:r>
              <a:rPr lang="zh-CN" altLang="en-US" sz="1600" dirty="0">
                <a:latin typeface="微软雅黑"/>
              </a:rPr>
              <a:t>这朵花每朵花 有缘自珍吗？</a:t>
            </a:r>
          </a:p>
          <a:p>
            <a:r>
              <a:rPr lang="zh-CN" altLang="en-US" sz="1600" dirty="0">
                <a:latin typeface="微软雅黑"/>
              </a:rPr>
              <a:t>这道疤每道疤 无权哭泣吧？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D494FB4-AC5A-6C43-20E8-72E598E26B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0120" y="2275989"/>
            <a:ext cx="3537066" cy="358374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ABECD86-59E6-D0F2-19EE-3FB4BD345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9069" y="3051074"/>
            <a:ext cx="3061288" cy="2808658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天知河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说说Crystal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西门振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2023</a:t>
            </a:r>
            <a:r>
              <a:rPr lang="zh-CN" altLang="en-US" dirty="0"/>
              <a:t>拜年纪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人间烟火山河浩荡清风过大江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水路弯弯连海浪两岸千里稻花香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你爱的人啊记得你最好模样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你是漂泊的终章是心之所向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96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C77BF4E-A390-AFFB-C162-F7745037E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070" y="2296007"/>
            <a:ext cx="3769043" cy="3634014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34AEE30B-A140-DE88-6C92-80082A41E6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同谋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五音Jw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五音Jw/张弘煜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盗墓笔记</a:t>
            </a:r>
            <a:r>
              <a:rPr lang="en-US" altLang="zh-CN" dirty="0"/>
              <a:t>·</a:t>
            </a:r>
            <a:r>
              <a:rPr lang="zh-CN" altLang="en-US" dirty="0"/>
              <a:t>沙海篇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此一局 离人一去不归</a:t>
            </a:r>
          </a:p>
          <a:p>
            <a:r>
              <a:rPr lang="zh-CN" altLang="en-US" sz="1600" dirty="0">
                <a:latin typeface="微软雅黑"/>
              </a:rPr>
              <a:t>不死不休</a:t>
            </a:r>
          </a:p>
          <a:p>
            <a:r>
              <a:rPr lang="zh-CN" altLang="en-US" sz="1600" dirty="0">
                <a:latin typeface="微软雅黑"/>
              </a:rPr>
              <a:t>迎一场 覆世破局之约</a:t>
            </a:r>
          </a:p>
          <a:p>
            <a:r>
              <a:rPr lang="zh-CN" altLang="en-US" sz="1600" dirty="0">
                <a:latin typeface="微软雅黑"/>
              </a:rPr>
              <a:t>不灭不朽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0DBA47D-D6CD-FF27-3963-A44A5EB6F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9185" y="3264171"/>
            <a:ext cx="4239217" cy="2410161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D2E91368-D017-ABD8-0C1F-9F78203E2FE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万古生香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Vagary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litterzy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2020</a:t>
            </a:r>
            <a:r>
              <a:rPr lang="zh-CN" altLang="en-US" dirty="0"/>
              <a:t>拜年祭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今夜若欠清光满堂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蘸笔天河绘万古生香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史笔滔滔烟霞绣像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就中拈来玲珑十二章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7B490B2-5A43-A8F6-95B8-1E68D4C39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5290" y="3668248"/>
            <a:ext cx="3865249" cy="932568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未必歌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陆深/晴愔/柒落Seven/骨鹤/Smile_小千/五音Jw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Smile_小千/张凯颖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聆云音乐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48794" y="80459"/>
            <a:ext cx="6781537" cy="1446968"/>
          </a:xfrm>
        </p:spPr>
        <p:txBody>
          <a:bodyPr/>
          <a:lstStyle/>
          <a:p>
            <a:r>
              <a:rPr sz="1600" dirty="0" err="1">
                <a:latin typeface="微软雅黑"/>
              </a:rPr>
              <a:t>坎坷并肩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未必有缘认清每张脸庞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匆促别离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未必渐行渐忘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岁月焚尽沉香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红日又燃遍山岗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严冬的伤何曾逼退好春光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9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4706F6F-5AC9-F36A-9F48-4427F1CB1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794" y="3409047"/>
            <a:ext cx="6410741" cy="242122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729E954C-CBBC-C883-69D6-051E9295A40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155" r="1155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无名之月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伦桑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胡雨潇/Minsou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燕云十六声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从繁华万丈 到万里蛮荒</a:t>
            </a:r>
          </a:p>
          <a:p>
            <a:r>
              <a:rPr sz="1600">
                <a:latin typeface="微软雅黑"/>
              </a:rPr>
              <a:t>一生 有多少惊惶 又多少幻象</a:t>
            </a:r>
          </a:p>
          <a:p>
            <a:r>
              <a:rPr sz="1600">
                <a:latin typeface="微软雅黑"/>
              </a:rPr>
              <a:t>都不枉</a:t>
            </a:r>
          </a:p>
          <a:p>
            <a:r>
              <a:rPr sz="1600">
                <a:latin typeface="微软雅黑"/>
              </a:rPr>
              <a:t>横刀在手 握紧了我的大唐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ADEDE46-E199-E2EA-BA25-13FEEE353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553" y="3572763"/>
            <a:ext cx="7621064" cy="1200318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0B411710-B76E-F3A1-5500-C0456EEBBD08}"/>
              </a:ext>
            </a:extLst>
          </p:cNvPr>
          <p:cNvSpPr/>
          <p:nvPr/>
        </p:nvSpPr>
        <p:spPr>
          <a:xfrm>
            <a:off x="5148794" y="4156105"/>
            <a:ext cx="3004606" cy="186472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72D7369F-9A1D-D758-BEFA-7B7FD714EB4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66" r="566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无途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李常超</a:t>
            </a:r>
            <a:r>
              <a:rPr dirty="0"/>
              <a:t> (</a:t>
            </a:r>
            <a:r>
              <a:rPr dirty="0" err="1"/>
              <a:t>Lao乾妈</a:t>
            </a:r>
            <a:r>
              <a:rPr dirty="0"/>
              <a:t>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宁宁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重启之极海听雷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山巅从容的雪</a:t>
            </a:r>
          </a:p>
          <a:p>
            <a:r>
              <a:rPr lang="zh-CN" altLang="en-US" sz="1600" dirty="0">
                <a:latin typeface="微软雅黑"/>
              </a:rPr>
              <a:t>海上老去的雾</a:t>
            </a:r>
          </a:p>
          <a:p>
            <a:r>
              <a:rPr lang="zh-CN" altLang="en-US" sz="1600" dirty="0">
                <a:latin typeface="微软雅黑"/>
              </a:rPr>
              <a:t>戈壁长风未歇</a:t>
            </a:r>
          </a:p>
          <a:p>
            <a:r>
              <a:rPr lang="zh-CN" altLang="en-US" sz="1600" dirty="0">
                <a:latin typeface="微软雅黑"/>
              </a:rPr>
              <a:t>荒原花开如初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577ABF5-ABC2-0B61-7AE5-31D0A7B79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437" y="3739861"/>
            <a:ext cx="7411484" cy="924054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无涯歌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亡海Aries/水云汐Camus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露西Lucie/大明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剑网三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>
                <a:latin typeface="微软雅黑"/>
              </a:rPr>
              <a:t>也不为 利与禄忠与恕 也不为 功与名尘与土</a:t>
            </a:r>
          </a:p>
          <a:p>
            <a:r>
              <a:rPr sz="1600">
                <a:latin typeface="微软雅黑"/>
              </a:rPr>
              <a:t>为只为 曾执守的荣辱 为只为 敢婉拒的孤独</a:t>
            </a:r>
          </a:p>
          <a:p>
            <a:r>
              <a:rPr sz="1600">
                <a:latin typeface="微软雅黑"/>
              </a:rPr>
              <a:t>这一夜 江湖悲风簌簌 这一刻 万籁燃就虚无</a:t>
            </a:r>
          </a:p>
          <a:p>
            <a:r>
              <a:rPr sz="1600">
                <a:latin typeface="微软雅黑"/>
              </a:rPr>
              <a:t>为只为 不负的一幕幕 为只为 不退的一步步</a:t>
            </a:r>
          </a:p>
        </p:txBody>
      </p:sp>
      <p:pic>
        <p:nvPicPr>
          <p:cNvPr id="8" name="Picture 7" descr="sq_无涯歌_亡海Aries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0D05DC7-1F46-F750-682F-71DBB3D4E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008" y="2954928"/>
            <a:ext cx="4477375" cy="253400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641E4351-8E87-BCC6-B63B-BB7E4856E38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先生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Pomelo安妮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2023</a:t>
            </a:r>
            <a:r>
              <a:rPr lang="zh-CN" altLang="en-US" dirty="0"/>
              <a:t>拜年纪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恍惚 又听见 雨声琳琅</a:t>
            </a:r>
          </a:p>
          <a:p>
            <a:r>
              <a:rPr lang="zh-CN" altLang="en-US" sz="1600" dirty="0">
                <a:latin typeface="微软雅黑"/>
              </a:rPr>
              <a:t>回头 山海间 灯火茫茫</a:t>
            </a:r>
          </a:p>
          <a:p>
            <a:r>
              <a:rPr lang="zh-CN" altLang="en-US" sz="1600" dirty="0">
                <a:latin typeface="微软雅黑"/>
              </a:rPr>
              <a:t>那年 你教我 一生向往</a:t>
            </a:r>
          </a:p>
          <a:p>
            <a:r>
              <a:rPr lang="zh-CN" altLang="en-US" sz="1600" dirty="0">
                <a:latin typeface="微软雅黑"/>
              </a:rPr>
              <a:t>是爱与信念推开的窗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C9F82EA-79BF-7B62-8B7F-F42455955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2531" y="2977213"/>
            <a:ext cx="6129023" cy="2811816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A76FDE26-D53B-EFEC-8514-7CCAA85CB27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248" b="1248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相携诗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慕寒/司夏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潇梦临/贺鑫/徐一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 圣诞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我敬缘生邂逅 一盏到心头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风云骤 与君长歌与君酒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擎一诺 把迷途看透 黄粱惆怅休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我与你 不救梦归不回首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27B28BF-E72B-45FD-2187-2A0BF480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067" y="2472317"/>
            <a:ext cx="5632468" cy="18475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69E17F7-AD32-FDCF-F637-91411CA77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655" y="4249341"/>
            <a:ext cx="3295222" cy="1771857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C71630AD-2B61-0D6C-7EF6-B602227369F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4671" t="3556" r="4671" b="585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宵宴绯盏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呦猫UNEKO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西门振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尘白禁区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48794" y="189802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明灯如月，花光如雪。</a:t>
            </a:r>
          </a:p>
          <a:p>
            <a:r>
              <a:rPr lang="zh-CN" altLang="en-US" sz="1600" dirty="0">
                <a:latin typeface="微软雅黑"/>
              </a:rPr>
              <a:t>风烟飞降，祟祸未绝。</a:t>
            </a:r>
          </a:p>
          <a:p>
            <a:r>
              <a:rPr lang="zh-CN" altLang="en-US" sz="1600" dirty="0">
                <a:latin typeface="微软雅黑"/>
              </a:rPr>
              <a:t>天工开物，度我尘劫。</a:t>
            </a:r>
          </a:p>
          <a:p>
            <a:r>
              <a:rPr lang="zh-CN" altLang="en-US" sz="1600" dirty="0">
                <a:latin typeface="微软雅黑"/>
              </a:rPr>
              <a:t>诸神竭蹶，唯我狂猎。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5091D00-E2B7-543E-87A2-689B090764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549" y="3697017"/>
            <a:ext cx="4305901" cy="1524213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11">
            <a:extLst>
              <a:ext uri="{FF2B5EF4-FFF2-40B4-BE49-F238E27FC236}">
                <a16:creationId xmlns:a16="http://schemas.microsoft.com/office/drawing/2014/main" id="{8734C2E2-1318-00E3-CC55-5F0707E6B08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心城烬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晃儿</a:t>
            </a:r>
            <a:r>
              <a:rPr dirty="0"/>
              <a:t>/</a:t>
            </a:r>
            <a:r>
              <a:rPr dirty="0" err="1"/>
              <a:t>伯虎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19818" y="274784"/>
            <a:ext cx="6781537" cy="1446968"/>
          </a:xfrm>
        </p:spPr>
        <p:txBody>
          <a:bodyPr/>
          <a:lstStyle/>
          <a:p>
            <a:r>
              <a:rPr sz="1600" dirty="0" err="1">
                <a:latin typeface="微软雅黑"/>
              </a:rPr>
              <a:t>若心思不结茧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相见无从恨晚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没所谓前缘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春秋何必苦短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肝肠省却寸断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余生都恬淡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哪来什么恩怨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过眼皆是云烟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心火不肯偷燃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合该天各一边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封雪纪年_晃儿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59BC087-1BB4-8A72-414D-2CA1FCC631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297341"/>
            <a:ext cx="4829174" cy="3562391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4A6610BB-4CA9-1C06-362E-E31BFE0A079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581" r="581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心乡我乡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小义学长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银临/灰原穷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义犹未尽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163704" y="80459"/>
            <a:ext cx="6781537" cy="1446968"/>
          </a:xfrm>
        </p:spPr>
        <p:txBody>
          <a:bodyPr/>
          <a:lstStyle/>
          <a:p>
            <a:r>
              <a:rPr lang="zh-CN" altLang="en-US" sz="1600" dirty="0">
                <a:latin typeface="微软雅黑"/>
              </a:rPr>
              <a:t>我无意跟从 无须盼望</a:t>
            </a:r>
          </a:p>
          <a:p>
            <a:r>
              <a:rPr lang="zh-CN" altLang="en-US" sz="1600" dirty="0">
                <a:latin typeface="微软雅黑"/>
              </a:rPr>
              <a:t>何妨自诩孤芳</a:t>
            </a:r>
          </a:p>
          <a:p>
            <a:r>
              <a:rPr lang="zh-CN" altLang="en-US" sz="1600" dirty="0">
                <a:latin typeface="微软雅黑"/>
              </a:rPr>
              <a:t>身后清狂 伴云影天光</a:t>
            </a:r>
          </a:p>
          <a:p>
            <a:r>
              <a:rPr lang="zh-CN" altLang="en-US" sz="1600" dirty="0">
                <a:latin typeface="微软雅黑"/>
              </a:rPr>
              <a:t>无心把酒梦黄粱</a:t>
            </a:r>
          </a:p>
          <a:p>
            <a:r>
              <a:rPr lang="zh-CN" altLang="en-US" sz="1600" dirty="0">
                <a:latin typeface="微软雅黑"/>
              </a:rPr>
              <a:t>一枕南柯落花香</a:t>
            </a:r>
          </a:p>
          <a:p>
            <a:r>
              <a:rPr lang="zh-CN" altLang="en-US" sz="1600" dirty="0">
                <a:latin typeface="微软雅黑"/>
              </a:rPr>
              <a:t>天地入斜阳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5D7A010-C85D-5FFE-C8A7-D11F2C25D8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319" y="3603095"/>
            <a:ext cx="5572309" cy="1098922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sz="1600">
                <a:latin typeface="Times New Roman"/>
              </a:rPr>
              <a:t>《心字书》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小残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CC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杀阵</a:t>
            </a:r>
            <a:r>
              <a:rPr lang="en-US" altLang="zh-CN" dirty="0"/>
              <a:t>》</a:t>
            </a:r>
            <a:r>
              <a:rPr lang="zh-CN" altLang="en-US" dirty="0"/>
              <a:t>广播剧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杀阵中 有琴歌剑舞</a:t>
            </a:r>
          </a:p>
          <a:p>
            <a:r>
              <a:rPr lang="zh-CN" altLang="en-US" sz="1600" dirty="0">
                <a:latin typeface="微软雅黑"/>
              </a:rPr>
              <a:t>凋零红尘白骨</a:t>
            </a:r>
          </a:p>
          <a:p>
            <a:r>
              <a:rPr lang="zh-CN" altLang="en-US" sz="1600" dirty="0">
                <a:latin typeface="微软雅黑"/>
              </a:rPr>
              <a:t>准我独自谢幕 这前约你莫来赴 千山明月星槎长渡</a:t>
            </a:r>
          </a:p>
          <a:p>
            <a:r>
              <a:rPr lang="zh-CN" altLang="en-US" sz="1600" dirty="0">
                <a:latin typeface="微软雅黑"/>
              </a:rPr>
              <a:t>渡不过 谁泪浓于血写下的篇目</a:t>
            </a:r>
          </a:p>
        </p:txBody>
      </p:sp>
      <p:pic>
        <p:nvPicPr>
          <p:cNvPr id="8" name="Picture 7" descr="sq_v5_109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2A86A43-8C51-6471-069F-79434306EB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560" y="3469085"/>
            <a:ext cx="5706271" cy="1552792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占位符 13">
            <a:extLst>
              <a:ext uri="{FF2B5EF4-FFF2-40B4-BE49-F238E27FC236}">
                <a16:creationId xmlns:a16="http://schemas.microsoft.com/office/drawing/2014/main" id="{75F051D2-9A2A-C505-ECD2-40E51450E73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星斗其文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国风堂 / Smile_小千 / 老虎欧巴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潮汐tide/张凯颖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国风堂 沈从文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丁丑起愁波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天地增倦客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一朝流离身如飘絮家国破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慈行藏剑气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淡名远金戈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苦乐同甘潇洒亦不多</a:t>
            </a:r>
            <a:endParaRPr sz="1600" dirty="0">
              <a:latin typeface="微软雅黑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44EA0AF-B7EC-257D-886F-32154153D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8814" y="3418775"/>
            <a:ext cx="6781538" cy="2041209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60D9D8E8-77C6-25A8-583B-EDE96CA280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星夕兰夜歌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洛天依/言和/乐正绫/乐正龙牙/徵羽摩柯/墨清弦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Papaw泡泡/欧阳箐宇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zh-CN" dirty="0"/>
              <a:t>Vsinger六人</a:t>
            </a:r>
            <a:r>
              <a:rPr lang="zh-CN" altLang="en-US" dirty="0"/>
              <a:t>原创</a:t>
            </a:r>
            <a:endParaRPr lang="zh-CN" altLang="zh-CN" dirty="0"/>
          </a:p>
          <a:p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鹊桥之下，撑一叶兰柯</a:t>
            </a:r>
          </a:p>
          <a:p>
            <a:r>
              <a:rPr lang="zh-CN" altLang="en-US" sz="1600" dirty="0">
                <a:latin typeface="微软雅黑"/>
              </a:rPr>
              <a:t>心田丰沃，天不负我</a:t>
            </a:r>
          </a:p>
          <a:p>
            <a:r>
              <a:rPr lang="zh-CN" altLang="en-US" sz="1600" dirty="0">
                <a:latin typeface="微软雅黑"/>
              </a:rPr>
              <a:t>素缕薄衫，一腔梦华热</a:t>
            </a:r>
          </a:p>
          <a:p>
            <a:r>
              <a:rPr lang="zh-CN" altLang="en-US" sz="1600" dirty="0">
                <a:latin typeface="微软雅黑"/>
              </a:rPr>
              <a:t>千百岁 也灼灼</a:t>
            </a:r>
          </a:p>
          <a:p>
            <a:r>
              <a:rPr lang="zh-CN" altLang="en-US" sz="1600" dirty="0">
                <a:latin typeface="微软雅黑"/>
              </a:rPr>
              <a:t>也脉脉 也明澈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76C1204-FB88-B34B-CBA8-E761EBF4C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1981" y="3338713"/>
            <a:ext cx="5401429" cy="1943371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226099E0-8BDC-205B-F02D-5CC327044A1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37" b="37"/>
          <a:stretch/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玄枵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(xiao1)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草莓BOY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潮汐soron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东方十二星次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怕美景良辰未够亮 奋身替夜添光</a:t>
            </a:r>
          </a:p>
          <a:p>
            <a:r>
              <a:rPr lang="zh-CN" altLang="en-US" sz="1600" dirty="0">
                <a:latin typeface="微软雅黑"/>
              </a:rPr>
              <a:t>饮最艳丽的酒品 最极色的妆</a:t>
            </a:r>
          </a:p>
          <a:p>
            <a:r>
              <a:rPr lang="zh-CN" altLang="en-US" sz="1600" dirty="0">
                <a:latin typeface="微软雅黑"/>
              </a:rPr>
              <a:t>尝胭脂血晕甜似糖</a:t>
            </a:r>
          </a:p>
          <a:p>
            <a:r>
              <a:rPr lang="zh-CN" altLang="en-US" sz="1600" dirty="0">
                <a:latin typeface="微软雅黑"/>
              </a:rPr>
              <a:t>一扭头醉入旧人香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30687EE-D94D-76A6-6C53-E919EB9F9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1389" y="3207999"/>
            <a:ext cx="6056345" cy="2311359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61D875A6-C5FB-39C9-D19D-F6012A5C2A6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27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艳歌行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哦漏QAQ/大门E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玄觞/陈林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『</a:t>
            </a:r>
            <a:r>
              <a:rPr lang="zh-CN" altLang="en-US" dirty="0"/>
              <a:t>锦上添你</a:t>
            </a:r>
            <a:r>
              <a:rPr lang="en-US" altLang="zh-CN" dirty="0"/>
              <a:t>』</a:t>
            </a:r>
            <a:r>
              <a:rPr lang="zh-CN" altLang="en-US" dirty="0"/>
              <a:t>系列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百战加身独擅胜场</a:t>
            </a:r>
          </a:p>
          <a:p>
            <a:r>
              <a:rPr lang="zh-CN" altLang="en-US" sz="1600" dirty="0">
                <a:latin typeface="微软雅黑"/>
              </a:rPr>
              <a:t>携貔貅万乘睥睨十方</a:t>
            </a:r>
          </a:p>
          <a:p>
            <a:r>
              <a:rPr lang="zh-CN" altLang="en-US" sz="1600" dirty="0">
                <a:latin typeface="微软雅黑"/>
              </a:rPr>
              <a:t>雪落眉睫此心灼烫</a:t>
            </a:r>
          </a:p>
          <a:p>
            <a:r>
              <a:rPr lang="zh-CN" altLang="en-US" sz="1600" dirty="0">
                <a:latin typeface="微软雅黑"/>
              </a:rPr>
              <a:t>生来无妄</a:t>
            </a:r>
          </a:p>
          <a:p>
            <a:r>
              <a:rPr lang="zh-CN" altLang="en-US" sz="1600" dirty="0">
                <a:latin typeface="微软雅黑"/>
              </a:rPr>
              <a:t>有紫墨流芳记我模样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C4C276-F0E7-39E0-1A41-D46F3AFC4F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977" y="3947382"/>
            <a:ext cx="6706981" cy="974717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一醉也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张萌川 / 蔡翊昇(贰婶)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张萌川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原来人间有份 不过空将 应得换值得</a:t>
            </a:r>
          </a:p>
          <a:p>
            <a:r>
              <a:rPr lang="zh-CN" altLang="en-US" sz="1600" dirty="0">
                <a:latin typeface="微软雅黑"/>
              </a:rPr>
              <a:t>回首值不值得 尘起烟霞落</a:t>
            </a:r>
          </a:p>
          <a:p>
            <a:r>
              <a:rPr lang="zh-CN" altLang="en-US" sz="1600" dirty="0">
                <a:latin typeface="微软雅黑"/>
              </a:rPr>
              <a:t>若满腔深信 满路烽火 拼得酿舍得</a:t>
            </a:r>
          </a:p>
          <a:p>
            <a:r>
              <a:rPr lang="zh-CN" altLang="en-US" sz="1600" dirty="0">
                <a:latin typeface="微软雅黑"/>
              </a:rPr>
              <a:t>留一杯如初将谁来贺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114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1637EF0-A3FC-C7DF-7C48-BC99B4AA9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773" y="2869158"/>
            <a:ext cx="6601558" cy="2811546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荧惑守心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王朝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谁心里没妖魔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在纵横事不关己也忿忿不平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深知借口寡淡而真相酽浓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索性归罪万里星穹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黄道十二宫只恋你一重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封雪纪年_晃儿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641EA3A-CADF-91E5-88FE-ABC19394EC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426" y="3082214"/>
            <a:ext cx="4316332" cy="2223897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AF7EF86B-31BA-F690-408E-AE9694C3EE1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95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永凋花坠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言和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litterzy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看我绽放 看我惊愕 看我欢乐</a:t>
            </a:r>
          </a:p>
          <a:p>
            <a:r>
              <a:rPr lang="zh-CN" altLang="en-US" sz="1600" dirty="0">
                <a:latin typeface="微软雅黑"/>
              </a:rPr>
              <a:t>看我忐忑 看我颠簸 看我自责</a:t>
            </a:r>
          </a:p>
          <a:p>
            <a:r>
              <a:rPr lang="zh-CN" altLang="en-US" sz="1600" dirty="0">
                <a:latin typeface="微软雅黑"/>
              </a:rPr>
              <a:t>看我闪耀 看我磨折 看我窘迫</a:t>
            </a:r>
          </a:p>
          <a:p>
            <a:r>
              <a:rPr lang="zh-CN" altLang="en-US" sz="1600" dirty="0">
                <a:latin typeface="微软雅黑"/>
              </a:rPr>
              <a:t>看我的黯然失色 彷徨无措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089C332-C312-32C7-F8AA-EA36FC3BA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737" y="4756426"/>
            <a:ext cx="8022533" cy="118638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878AB24-C0E4-2F90-E0A6-25010D4F84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8328" y="2280709"/>
            <a:ext cx="3562694" cy="235527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97EE6952-A493-D4AE-63FC-85A079177ED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釉里红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朱强/晃儿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高林栋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（千色）传奇掐头去尾 只剩光辉</a:t>
            </a:r>
          </a:p>
          <a:p>
            <a:r>
              <a:rPr lang="zh-CN" altLang="en-US" sz="1600" dirty="0">
                <a:latin typeface="微软雅黑"/>
              </a:rPr>
              <a:t>你绝艳如鲜血 一低眉比诺言更谦卑</a:t>
            </a:r>
          </a:p>
          <a:p>
            <a:r>
              <a:rPr lang="zh-CN" altLang="en-US" sz="1600" dirty="0">
                <a:latin typeface="微软雅黑"/>
              </a:rPr>
              <a:t>（你绝艳如鲜血 比诺言更谦卑）</a:t>
            </a:r>
          </a:p>
          <a:p>
            <a:r>
              <a:rPr lang="zh-CN" altLang="en-US" sz="1600" dirty="0">
                <a:latin typeface="微软雅黑"/>
              </a:rPr>
              <a:t>此身渡三千弱水 谁还会想念谁</a:t>
            </a:r>
            <a:endParaRPr sz="1600" dirty="0">
              <a:latin typeface="微软雅黑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8D141D9-5BC6-CAB6-FA7A-9449DAB71C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797" y="3353904"/>
            <a:ext cx="6725589" cy="1524213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与兴衰相爱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云の泣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王馨怡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李贺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寿命被谁煎炒蒸晒</a:t>
            </a:r>
          </a:p>
          <a:p>
            <a:r>
              <a:rPr lang="zh-CN" altLang="en-US" sz="1600" dirty="0">
                <a:latin typeface="微软雅黑"/>
              </a:rPr>
              <a:t>日月是个馋嘴妖怪</a:t>
            </a:r>
          </a:p>
          <a:p>
            <a:r>
              <a:rPr lang="zh-CN" altLang="en-US" sz="1600" dirty="0">
                <a:latin typeface="微软雅黑"/>
              </a:rPr>
              <a:t>你说“随便，用餐愉快”</a:t>
            </a:r>
          </a:p>
          <a:p>
            <a:r>
              <a:rPr lang="en-US" altLang="zh-CN" sz="1600" dirty="0">
                <a:latin typeface="微软雅黑"/>
              </a:rPr>
              <a:t>stand by </a:t>
            </a:r>
            <a:r>
              <a:rPr lang="zh-CN" altLang="en-US" sz="1600" dirty="0">
                <a:latin typeface="微软雅黑"/>
              </a:rPr>
              <a:t>三千界等你继往开来</a:t>
            </a:r>
          </a:p>
          <a:p>
            <a:r>
              <a:rPr lang="zh-CN" altLang="en-US" sz="1600" dirty="0">
                <a:latin typeface="微软雅黑"/>
              </a:rPr>
              <a:t>疯魔而精彩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与兴衰相爱_云の泣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05033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CE80116-D500-0389-922E-522CB2EF2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64872"/>
            <a:ext cx="5277305" cy="3168938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语冰记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子弥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彦Jans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异世谣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也曾冷落过成长 也曾淡漠过世相</a:t>
            </a:r>
          </a:p>
          <a:p>
            <a:r>
              <a:rPr lang="zh-CN" altLang="en-US" sz="1600" dirty="0">
                <a:latin typeface="微软雅黑"/>
              </a:rPr>
              <a:t>怕万物离合 都一期一会太无常</a:t>
            </a:r>
          </a:p>
          <a:p>
            <a:r>
              <a:rPr lang="zh-CN" altLang="en-US" sz="1600" dirty="0">
                <a:latin typeface="微软雅黑"/>
              </a:rPr>
              <a:t>痛楚用沉静抵挡 永恒被执念丈量</a:t>
            </a:r>
          </a:p>
          <a:p>
            <a:r>
              <a:rPr lang="zh-CN" altLang="en-US" sz="1600" dirty="0">
                <a:latin typeface="微软雅黑"/>
              </a:rPr>
              <a:t>而花开未央 心头冰雪 枝头芬芳</a:t>
            </a:r>
            <a:endParaRPr sz="1600" dirty="0">
              <a:latin typeface="微软雅黑"/>
            </a:endParaRPr>
          </a:p>
        </p:txBody>
      </p:sp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1FDD0779-1A56-F7CD-66D8-2E1CDF99637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236" b="236"/>
          <a:stretch/>
        </p:blipFill>
        <p:spPr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EC86728-3372-B690-3910-1D4AB01A0C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8994" y="2989632"/>
            <a:ext cx="3762900" cy="100026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E8EA5AE-F5D6-7965-F88E-3A4A1805DE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465" y="3572763"/>
            <a:ext cx="4431866" cy="2383036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F819F288-252D-5216-02C5-C653CEA2E2E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元和未够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言和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Papaw泡泡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谁把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一百单八坊的春秋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写在我眉头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谁在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花下浪吟歌书妖柳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雪中欢杯酒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烟云十二楼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乐游原上红尘厚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人生百年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不到长安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怎够</a:t>
            </a:r>
            <a:endParaRPr sz="1600" dirty="0">
              <a:latin typeface="微软雅黑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5580DA0-8B96-EB76-6303-49A7B0359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6868" y="2850461"/>
            <a:ext cx="5923484" cy="2797759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月湮城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零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三千世界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城门已开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你早知我会来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踏碎尘埃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为一瞬青史留白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声名绝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血气在</a:t>
            </a:r>
            <a:r>
              <a:rPr sz="1600" dirty="0">
                <a:latin typeface="微软雅黑"/>
              </a:rPr>
              <a:t> </a:t>
            </a:r>
            <a:r>
              <a:rPr sz="1600" dirty="0" err="1">
                <a:latin typeface="微软雅黑"/>
              </a:rPr>
              <a:t>生死落魄任凭编排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此心如明月</a:t>
            </a:r>
            <a:r>
              <a:rPr lang="zh-CN" altLang="zh-CN" dirty="0"/>
              <a:t>一人怀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不眠千夜_晃儿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5C2172E-ED50-2533-551A-0CA0E5AEF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708" y="3272478"/>
            <a:ext cx="2562583" cy="215295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95B3E8F-0D9D-C2F4-AC86-B4C138CB2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693" y="3811168"/>
            <a:ext cx="2924583" cy="1066949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云水情歌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晃儿/Tacke竹桑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又又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天雨流芳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男：云喂啷个水上不肯行嘞 女：等喂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男：风喂啷个云上吹不停嘞 女：找喂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男：找不见心上那个谁 女：谁理你心上挂着谁 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男：山花开也有蝶儿陪 女：花开透蝶儿才肯追</a:t>
            </a:r>
            <a:endParaRPr lang="en-US" altLang="zh-CN" sz="1600" dirty="0">
              <a:latin typeface="微软雅黑"/>
            </a:endParaRPr>
          </a:p>
          <a:p>
            <a:r>
              <a:rPr lang="zh-CN" altLang="en-US" sz="1600" dirty="0">
                <a:latin typeface="微软雅黑"/>
              </a:rPr>
              <a:t>合：郎喂</a:t>
            </a:r>
            <a:r>
              <a:rPr lang="en-US" altLang="zh-CN" sz="1600" dirty="0">
                <a:latin typeface="微软雅黑"/>
              </a:rPr>
              <a:t>/</a:t>
            </a:r>
            <a:r>
              <a:rPr lang="zh-CN" altLang="en-US" sz="1600" dirty="0">
                <a:latin typeface="微软雅黑"/>
              </a:rPr>
              <a:t>妹喂 女：花不开嘞你就不追？（女：呸</a:t>
            </a:r>
            <a:r>
              <a:rPr lang="en-US" altLang="zh-CN" sz="1600" dirty="0">
                <a:latin typeface="微软雅黑"/>
              </a:rPr>
              <a:t>~</a:t>
            </a:r>
            <a:r>
              <a:rPr lang="zh-CN" altLang="en-US" sz="1600" dirty="0">
                <a:latin typeface="微软雅黑"/>
              </a:rPr>
              <a:t>）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封雪纪年_晃儿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293AEEC-7D9D-DB33-2F63-A80547509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1218" y="3226552"/>
            <a:ext cx="3896269" cy="1333686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88265E97-2484-2F00-50C0-76DAB0DF8FC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005" t="37" b="2921"/>
          <a:stretch>
            <a:fillRect/>
          </a:stretch>
        </p:blipFill>
        <p:spPr>
          <a:xfrm>
            <a:off x="1031131" y="1112478"/>
            <a:ext cx="2051895" cy="209765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在水孤芳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dirty="0" err="1"/>
              <a:t>玄觞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甘璐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国色芳华</a:t>
            </a:r>
            <a:r>
              <a:rPr lang="en-US" altLang="zh-CN" dirty="0"/>
              <a:t>》</a:t>
            </a:r>
            <a:r>
              <a:rPr lang="zh-CN" altLang="en-US" dirty="0"/>
              <a:t>系列 水仙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若我脚底不沾兴衰土壤</a:t>
            </a:r>
          </a:p>
          <a:p>
            <a:r>
              <a:rPr lang="zh-CN" altLang="en-US" sz="1600" dirty="0">
                <a:latin typeface="微软雅黑"/>
              </a:rPr>
              <a:t>若我未曾斗艳争抢</a:t>
            </a:r>
          </a:p>
          <a:p>
            <a:r>
              <a:rPr lang="zh-CN" altLang="en-US" sz="1600" dirty="0">
                <a:latin typeface="微软雅黑"/>
              </a:rPr>
              <a:t>若我从来只懂清澈地生长</a:t>
            </a:r>
          </a:p>
          <a:p>
            <a:r>
              <a:rPr lang="zh-CN" altLang="en-US" sz="1600" dirty="0">
                <a:latin typeface="微软雅黑"/>
              </a:rPr>
              <a:t>若我独自顾影生香</a:t>
            </a:r>
          </a:p>
          <a:p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BE01145-8B04-B880-B7A8-72CEF21C7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156" y="3191192"/>
            <a:ext cx="2781688" cy="1428949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长安花烫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zh-CN" b="1" dirty="0"/>
              <a:t>花玲</a:t>
            </a:r>
          </a:p>
          <a:p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dirty="0"/>
              <a:t>Yusuke Itagaki</a:t>
            </a:r>
            <a:r>
              <a:rPr lang="en-US" dirty="0"/>
              <a:t>/</a:t>
            </a:r>
            <a:r>
              <a:rPr lang="zh-CN" altLang="en-US" dirty="0"/>
              <a:t>何官锭</a:t>
            </a:r>
            <a:r>
              <a:rPr lang="en-US" dirty="0"/>
              <a:t>AL</a:t>
            </a:r>
            <a:endParaRPr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大话西游</a:t>
            </a:r>
            <a:r>
              <a:rPr lang="en-US" altLang="zh-CN" dirty="0"/>
              <a:t>》</a:t>
            </a:r>
            <a:r>
              <a:rPr lang="zh-CN" altLang="en-US" dirty="0"/>
              <a:t>手游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sz="1600" dirty="0" err="1">
                <a:latin typeface="微软雅黑"/>
              </a:rPr>
              <a:t>街头上（饮茶汤）巷尾上（买巧糖</a:t>
            </a:r>
            <a:r>
              <a:rPr sz="1600" dirty="0">
                <a:latin typeface="微软雅黑"/>
              </a:rPr>
              <a:t>）</a:t>
            </a:r>
          </a:p>
          <a:p>
            <a:r>
              <a:rPr sz="1600" dirty="0" err="1">
                <a:latin typeface="微软雅黑"/>
              </a:rPr>
              <a:t>同流连的地方</a:t>
            </a:r>
            <a:endParaRPr sz="1600" dirty="0">
              <a:latin typeface="微软雅黑"/>
            </a:endParaRPr>
          </a:p>
          <a:p>
            <a:r>
              <a:rPr sz="1600" dirty="0" err="1">
                <a:latin typeface="微软雅黑"/>
              </a:rPr>
              <a:t>一件件（乐与伤）一桩桩（梦与想</a:t>
            </a:r>
            <a:r>
              <a:rPr sz="1600" dirty="0">
                <a:latin typeface="微软雅黑"/>
              </a:rPr>
              <a:t>）</a:t>
            </a:r>
          </a:p>
          <a:p>
            <a:r>
              <a:rPr sz="1600" dirty="0" err="1">
                <a:latin typeface="微软雅黑"/>
              </a:rPr>
              <a:t>都陪你到天亮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长安花烫_尘韵清魂原创音乐团队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03B3055-58C0-0516-BC36-706553AFB8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34941"/>
            <a:ext cx="4706007" cy="1771897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长毋相忘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苏子凡/alinsun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水墨映像CINK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银带钩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未求誓重令天地无光</a:t>
            </a:r>
          </a:p>
          <a:p>
            <a:r>
              <a:rPr lang="zh-CN" altLang="en-US" sz="1600" dirty="0">
                <a:latin typeface="微软雅黑"/>
              </a:rPr>
              <a:t>刹瞬欢欣醉倒轮回 亦当陈酿</a:t>
            </a:r>
          </a:p>
          <a:p>
            <a:r>
              <a:rPr lang="zh-CN" altLang="en-US" sz="1600" dirty="0">
                <a:latin typeface="微软雅黑"/>
              </a:rPr>
              <a:t>辞当歌 赋堪赏</a:t>
            </a:r>
          </a:p>
          <a:p>
            <a:r>
              <a:rPr lang="zh-CN" altLang="en-US" sz="1600" dirty="0">
                <a:latin typeface="微软雅黑"/>
              </a:rPr>
              <a:t>何如细语情长</a:t>
            </a:r>
          </a:p>
          <a:p>
            <a:r>
              <a:rPr lang="zh-CN" altLang="en-US" sz="1600" dirty="0">
                <a:latin typeface="微软雅黑"/>
              </a:rPr>
              <a:t>悠悠千岁不相忘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长毋相忘_苏子凡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A651226-E68F-0383-39CC-7F8BC8CAB0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8158" y="3723394"/>
            <a:ext cx="7544958" cy="1293041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镇魂·死生关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玄觞/水一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Braska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镇魂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最荒唐是一别万年 掌心仍不敢敷衍</a:t>
            </a:r>
          </a:p>
          <a:p>
            <a:r>
              <a:rPr lang="zh-CN" altLang="en-US" sz="1600" dirty="0">
                <a:latin typeface="微软雅黑"/>
              </a:rPr>
              <a:t>最远最难两不相干 斩不断</a:t>
            </a:r>
          </a:p>
          <a:p>
            <a:r>
              <a:rPr lang="zh-CN" altLang="en-US" sz="1600" dirty="0">
                <a:latin typeface="微软雅黑"/>
              </a:rPr>
              <a:t>最苍茫是去而复返 仿佛呼吸都试探</a:t>
            </a:r>
          </a:p>
          <a:p>
            <a:r>
              <a:rPr lang="zh-CN" altLang="en-US" sz="1600" dirty="0">
                <a:latin typeface="微软雅黑"/>
              </a:rPr>
              <a:t>最苦最甜阴晴明暗 在谁一念之间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126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672AAF-40E1-42E2-17BD-CEA8F7D5E5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0229" y="3429000"/>
            <a:ext cx="4105848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镇魂·天地合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Braska/晃儿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Braska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镇魂</a:t>
            </a:r>
            <a:r>
              <a:rPr lang="en-US" altLang="zh-CN" dirty="0"/>
              <a:t>》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若我敢舍泪眼开阖 万古长冬设因果</a:t>
            </a:r>
          </a:p>
          <a:p>
            <a:r>
              <a:rPr lang="zh-CN" altLang="en-US" sz="1600" dirty="0">
                <a:latin typeface="微软雅黑"/>
              </a:rPr>
              <a:t>愿你尽把前尘拂落 无别色</a:t>
            </a:r>
          </a:p>
          <a:p>
            <a:r>
              <a:rPr lang="zh-CN" altLang="en-US" sz="1600" dirty="0">
                <a:latin typeface="微软雅黑"/>
              </a:rPr>
              <a:t>若我此生行者遇者 隔世春秋曾来过</a:t>
            </a:r>
          </a:p>
          <a:p>
            <a:r>
              <a:rPr lang="zh-CN" altLang="en-US" sz="1600" dirty="0">
                <a:latin typeface="微软雅黑"/>
              </a:rPr>
              <a:t>与你相逢是错非错 唯独一捧心火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127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BA5764B-A837-8F79-3925-0B3EF4D86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478" y="3592024"/>
            <a:ext cx="7544853" cy="1314633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4A6228D6-6960-A5CE-5EFF-4ED7A88A111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镇世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阿册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Litterzy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封魔纪</a:t>
            </a:r>
            <a:r>
              <a:rPr lang="zh-CN" altLang="zh-CN" dirty="0"/>
              <a:t>杨戬传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谁投我 历劫草莽 荒原</a:t>
            </a:r>
          </a:p>
          <a:p>
            <a:r>
              <a:rPr lang="zh-CN" altLang="en-US" sz="1600" dirty="0">
                <a:latin typeface="微软雅黑"/>
              </a:rPr>
              <a:t>谁伴我孤绝 生死一线</a:t>
            </a:r>
          </a:p>
          <a:p>
            <a:r>
              <a:rPr lang="zh-CN" altLang="en-US" sz="1600" dirty="0">
                <a:latin typeface="微软雅黑"/>
              </a:rPr>
              <a:t>谁共我煎熬 情深缘浅</a:t>
            </a:r>
          </a:p>
          <a:p>
            <a:r>
              <a:rPr lang="zh-CN" altLang="en-US" sz="1600" dirty="0">
                <a:latin typeface="微软雅黑"/>
              </a:rPr>
              <a:t>练就我 成镇世之剑</a:t>
            </a:r>
            <a:endParaRPr sz="1600" dirty="0">
              <a:latin typeface="微软雅黑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6EEA24B-26CD-1BD7-70D9-516DE6422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793" y="4063754"/>
            <a:ext cx="6781537" cy="909401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纸伞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黄诗扶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柏鹿/Mzf小慕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拾遗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伞下的人 来去多少年轮</a:t>
            </a:r>
          </a:p>
          <a:p>
            <a:r>
              <a:rPr lang="zh-CN" altLang="en-US" sz="1600" dirty="0">
                <a:latin typeface="微软雅黑"/>
              </a:rPr>
              <a:t>雨声声 敲打懵懂和天真</a:t>
            </a:r>
          </a:p>
          <a:p>
            <a:r>
              <a:rPr lang="zh-CN" altLang="en-US" sz="1600" dirty="0">
                <a:latin typeface="微软雅黑"/>
              </a:rPr>
              <a:t>时光一吻 撞上一个人 聪明都变蠢</a:t>
            </a:r>
          </a:p>
          <a:p>
            <a:r>
              <a:rPr lang="zh-CN" altLang="en-US" sz="1600" dirty="0">
                <a:latin typeface="微软雅黑"/>
              </a:rPr>
              <a:t>起初未情愿 过后最情深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纸伞_黄诗扶_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A6B2592-4BDA-0E91-F7D5-EEABBB794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8625" y="3704356"/>
            <a:ext cx="7953375" cy="108997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掷千年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伍觉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一城CyZ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白蛇传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爱 恨若能无边</a:t>
            </a:r>
          </a:p>
          <a:p>
            <a:r>
              <a:rPr lang="zh-CN" altLang="en-US" sz="1600" dirty="0">
                <a:latin typeface="微软雅黑"/>
              </a:rPr>
              <a:t>也不枉将千年 全孤掷于一眼</a:t>
            </a:r>
          </a:p>
          <a:p>
            <a:r>
              <a:rPr lang="zh-CN" altLang="en-US" sz="1600" dirty="0">
                <a:latin typeface="微软雅黑"/>
              </a:rPr>
              <a:t>爱 恨若能无关</a:t>
            </a:r>
          </a:p>
          <a:p>
            <a:r>
              <a:rPr lang="zh-CN" altLang="en-US" sz="1600" dirty="0">
                <a:latin typeface="微软雅黑"/>
              </a:rPr>
              <a:t>我回首人间 心火仍暖奈何天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掷千年_伍觉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779888F-6FC8-3976-51E9-66CC59968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8448" y="3049654"/>
            <a:ext cx="7020692" cy="2470018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逐世行歌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t>漆柚/玄觞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露西Lucie/大明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剑网</a:t>
            </a:r>
            <a:r>
              <a:rPr lang="en-US" altLang="zh-CN" dirty="0"/>
              <a:t>3</a:t>
            </a:r>
            <a:r>
              <a:rPr lang="zh-CN" altLang="en-US" dirty="0"/>
              <a:t>十一周年</a:t>
            </a:r>
            <a:endParaRPr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>
                <a:latin typeface="微软雅黑"/>
              </a:rPr>
              <a:t>濯江河 风云定邦国</a:t>
            </a:r>
          </a:p>
          <a:p>
            <a:r>
              <a:rPr lang="zh-CN" altLang="en-US" sz="1600" dirty="0">
                <a:latin typeface="微软雅黑"/>
              </a:rPr>
              <a:t>沐烟火 盛世振长歌</a:t>
            </a:r>
          </a:p>
          <a:p>
            <a:r>
              <a:rPr lang="zh-CN" altLang="en-US" sz="1600" dirty="0">
                <a:latin typeface="微软雅黑"/>
              </a:rPr>
              <a:t>殿行魑魅 笔走龙蛇 你为何而执着</a:t>
            </a:r>
          </a:p>
          <a:p>
            <a:r>
              <a:rPr lang="zh-CN" altLang="en-US" sz="1600" dirty="0">
                <a:latin typeface="微软雅黑"/>
              </a:rPr>
              <a:t>今夜山川曲折 因果离合</a:t>
            </a:r>
          </a:p>
          <a:p>
            <a:r>
              <a:rPr lang="zh-CN" altLang="en-US" sz="1600" dirty="0">
                <a:latin typeface="微软雅黑"/>
              </a:rPr>
              <a:t>踏你足痕深刻 哪有更无悔值得</a:t>
            </a:r>
            <a:endParaRPr sz="1600" dirty="0">
              <a:latin typeface="微软雅黑"/>
            </a:endParaRPr>
          </a:p>
        </p:txBody>
      </p:sp>
      <p:pic>
        <p:nvPicPr>
          <p:cNvPr id="8" name="Picture 7" descr="sq_v5_131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4BF9606-C6BD-D5E4-49F3-BF7E6409D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541" y="3384921"/>
            <a:ext cx="7597846" cy="2214346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39F960-317D-B7F5-ACBD-42796D35A44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</a:t>
            </a:r>
            <a:r>
              <a:rPr lang="zh-CN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Burlesque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3DC0002-D2A1-E146-6662-A5B987CD8D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41647" y="4249341"/>
            <a:ext cx="3469449" cy="370800"/>
          </a:xfrm>
        </p:spPr>
        <p:txBody>
          <a:bodyPr/>
          <a:lstStyle/>
          <a:p>
            <a:r>
              <a:rPr lang="en-US" altLang="zh-CN" dirty="0"/>
              <a:t>i2star(</a:t>
            </a:r>
            <a:r>
              <a:rPr lang="zh-CN" altLang="en-US" dirty="0"/>
              <a:t>小爱的妈</a:t>
            </a:r>
            <a:r>
              <a:rPr lang="en-US" altLang="zh-CN" dirty="0"/>
              <a:t>/Aki</a:t>
            </a:r>
            <a:r>
              <a:rPr lang="zh-CN" altLang="en-US" dirty="0"/>
              <a:t>阿杰</a:t>
            </a:r>
            <a:r>
              <a:rPr lang="en-US" altLang="zh-CN" dirty="0"/>
              <a:t>/HITA )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19C7F8-0879-C3CA-5715-1DF9282B56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Zoey</a:t>
            </a:r>
          </a:p>
          <a:p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B81517C-EB9F-C6C7-E904-672E16BBC70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dirty="0"/>
              <a:t>《</a:t>
            </a:r>
            <a:r>
              <a:rPr lang="zh-CN" altLang="en-US" dirty="0"/>
              <a:t>千年调</a:t>
            </a:r>
            <a:r>
              <a:rPr lang="en-US" altLang="zh-CN" dirty="0"/>
              <a:t>》</a:t>
            </a:r>
            <a:r>
              <a:rPr lang="zh-CN" altLang="en-US" dirty="0"/>
              <a:t>专辑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35E0CCCC-F7E8-E395-E1EE-5741F926C73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dirty="0"/>
              <a:t>今夜仍是圆舞开场 令星芒都赞我太漂亮</a:t>
            </a:r>
          </a:p>
          <a:p>
            <a:r>
              <a:rPr lang="zh-CN" altLang="en-US" dirty="0"/>
              <a:t>若眼神一贯最刚强 贴几滴水钻做泪光</a:t>
            </a:r>
          </a:p>
          <a:p>
            <a:r>
              <a:rPr lang="zh-CN" altLang="en-US" dirty="0"/>
              <a:t>楚楚带伤 凭你想要如何端详</a:t>
            </a:r>
          </a:p>
          <a:p>
            <a:r>
              <a:rPr lang="zh-CN" altLang="en-US" dirty="0"/>
              <a:t>下一支舞天鹅模样（谁不想生就天鹅模样）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BCECFA6-D5B5-D3BF-EC7E-899BA6395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5945" y="2535831"/>
            <a:ext cx="5346767" cy="3240725"/>
          </a:xfrm>
          <a:prstGeom prst="rect">
            <a:avLst/>
          </a:prstGeom>
        </p:spPr>
      </p:pic>
      <p:pic>
        <p:nvPicPr>
          <p:cNvPr id="14" name="图片占位符 13">
            <a:extLst>
              <a:ext uri="{FF2B5EF4-FFF2-40B4-BE49-F238E27FC236}">
                <a16:creationId xmlns:a16="http://schemas.microsoft.com/office/drawing/2014/main" id="{E2A43276-8744-6579-31F5-AC4C9D70DF0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 l="3584" t="-3266" r="293" b="8346"/>
          <a:stretch>
            <a:fillRect/>
          </a:stretch>
        </p:blipFill>
        <p:spPr>
          <a:xfrm>
            <a:off x="923027" y="1204111"/>
            <a:ext cx="2082723" cy="206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761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231"/>
    </mc:Choice>
    <mc:Fallback xmlns="">
      <p:transition spd="slow" advTm="10231"/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占位符 10">
            <a:extLst>
              <a:ext uri="{FF2B5EF4-FFF2-40B4-BE49-F238E27FC236}">
                <a16:creationId xmlns:a16="http://schemas.microsoft.com/office/drawing/2014/main" id="{D4C58A14-F629-1A88-162E-3686A9E6A89C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380D12-A814-1A5E-06A6-933C4322313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《Don’t </a:t>
            </a:r>
            <a:r>
              <a:rPr lang="en-US" altLang="zh-C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C0D54C-B70D-8D2F-990F-8F7A3B294F4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1600" dirty="0"/>
              <a:t>银临</a:t>
            </a:r>
            <a:endParaRPr lang="en-US" altLang="zh-CN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AD2FCB-0B0E-BF3C-9FB5-475D3904D2E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1600" dirty="0"/>
              <a:t>小龙龙</a:t>
            </a:r>
            <a:r>
              <a:rPr lang="en-US" altLang="zh-CN" sz="1600" dirty="0"/>
              <a:t>/</a:t>
            </a:r>
            <a:r>
              <a:rPr lang="zh-CN" altLang="en-US" sz="1600" dirty="0"/>
              <a:t>天钦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FC55783-11F3-671D-F96F-A31CAC45A74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sz="1600" dirty="0"/>
              <a:t>Bossa Nova</a:t>
            </a:r>
            <a:endParaRPr lang="zh-CN" altLang="en-US" dirty="0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7D5E0D68-F5E6-85D7-0139-9CEECCECA60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/>
              <a:t>别不懂我 的唇膏</a:t>
            </a:r>
          </a:p>
          <a:p>
            <a:r>
              <a:rPr lang="zh-CN" altLang="en-US" sz="1600" dirty="0"/>
              <a:t>七月的樱桃 绝对不能 轻易嘲笑</a:t>
            </a:r>
          </a:p>
          <a:p>
            <a:r>
              <a:rPr lang="zh-CN" altLang="en-US" sz="1600" dirty="0"/>
              <a:t>天真是梦想解药</a:t>
            </a:r>
          </a:p>
          <a:p>
            <a:r>
              <a:rPr lang="zh-CN" altLang="en-US" sz="1600" dirty="0"/>
              <a:t>别不懂我 的味道</a:t>
            </a:r>
          </a:p>
          <a:p>
            <a:r>
              <a:rPr lang="zh-CN" altLang="en-US" sz="1600" dirty="0"/>
              <a:t>别像团樟脑 只陪衬我衣橱背面 那张海报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9D0954F-AB76-E24E-489A-9488961B15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7499"/>
          <a:stretch>
            <a:fillRect/>
          </a:stretch>
        </p:blipFill>
        <p:spPr>
          <a:xfrm>
            <a:off x="5041902" y="3162599"/>
            <a:ext cx="6001588" cy="10867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F51F0FA-63A6-6E6E-19C4-F6D0E1F791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873" y="4572781"/>
            <a:ext cx="7245479" cy="1008066"/>
          </a:xfrm>
          <a:prstGeom prst="rect">
            <a:avLst/>
          </a:prstGeom>
        </p:spPr>
      </p:pic>
      <p:pic>
        <p:nvPicPr>
          <p:cNvPr id="14" name="Picture 13" descr="sq_Don_t_Don_t_银临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066888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0464C-AB54-D3B3-E084-0DFC25F55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52756F1-6DA3-2232-C1DE-218B2FFBFF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《No</a:t>
            </a:r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小姐</a:t>
            </a:r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35C8D8-B17C-8860-80D5-5C443191C7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sz="1600" dirty="0"/>
              <a:t>晴愔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359A30-F901-0762-6263-3C6D2B22C2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1600" dirty="0"/>
              <a:t>露西</a:t>
            </a:r>
            <a:r>
              <a:rPr lang="en-US" altLang="zh-CN" sz="1600" dirty="0"/>
              <a:t>Lucie/</a:t>
            </a:r>
            <a:r>
              <a:rPr lang="zh-CN" altLang="en-US" sz="1600" dirty="0"/>
              <a:t>七二四</a:t>
            </a:r>
            <a:endParaRPr lang="en-US" altLang="zh-CN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044D3A24-FDC0-51AD-FF15-EC78FA8F33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sz="1600" dirty="0"/>
              <a:t>CP</a:t>
            </a:r>
            <a:r>
              <a:rPr lang="zh-CN" altLang="en-US" sz="1600" dirty="0"/>
              <a:t>曲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68D650D-C2DB-8C1E-8FF0-C90F863C55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zh-CN" altLang="en-US" sz="1600" dirty="0"/>
              <a:t>十八岁时她爱说的是不</a:t>
            </a:r>
          </a:p>
          <a:p>
            <a:r>
              <a:rPr lang="zh-CN" altLang="en-US" sz="1600" dirty="0"/>
              <a:t>誓要与这世界分个胜负</a:t>
            </a:r>
          </a:p>
          <a:p>
            <a:r>
              <a:rPr lang="zh-CN" altLang="en-US" sz="1600" dirty="0"/>
              <a:t>最狠的话 最硬脚步</a:t>
            </a:r>
          </a:p>
          <a:p>
            <a:r>
              <a:rPr lang="zh-CN" altLang="en-US" sz="1600" dirty="0"/>
              <a:t>无论碎花裙抑或长裤</a:t>
            </a:r>
          </a:p>
        </p:txBody>
      </p:sp>
      <p:pic>
        <p:nvPicPr>
          <p:cNvPr id="15" name="图片占位符 14">
            <a:extLst>
              <a:ext uri="{FF2B5EF4-FFF2-40B4-BE49-F238E27FC236}">
                <a16:creationId xmlns:a16="http://schemas.microsoft.com/office/drawing/2014/main" id="{70B3BBEE-C351-5FEE-8C01-2E97D523A5F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34" b="334"/>
          <a:stretch/>
        </p:blipFill>
        <p:spPr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315D939-CA09-6C76-6B89-907A2FA9B2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118" y="3733414"/>
            <a:ext cx="7509213" cy="886727"/>
          </a:xfrm>
          <a:prstGeom prst="rect">
            <a:avLst/>
          </a:prstGeom>
        </p:spPr>
      </p:pic>
      <p:pic>
        <p:nvPicPr>
          <p:cNvPr id="18" name="Picture 17" descr="sq_No小姐_晴愔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93480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占位符 8">
            <a:extLst>
              <a:ext uri="{FF2B5EF4-FFF2-40B4-BE49-F238E27FC236}">
                <a16:creationId xmlns:a16="http://schemas.microsoft.com/office/drawing/2014/main" id="{B795E3D1-74D1-61E6-F9F6-3061238F166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481" b="1481"/>
          <a:stretch/>
        </p:blipFill>
        <p:spPr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53F5C6-DED1-68A1-6BBD-A74F30CD829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《YES》</a:t>
            </a:r>
            <a:r>
              <a: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先生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4DA817-CD59-52F2-23AB-52EC6152E8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zh-CN" sz="1600" dirty="0"/>
              <a:t>洛萱</a:t>
            </a:r>
            <a:endParaRPr lang="zh-CN" altLang="en-US" dirty="0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788A597-BBEF-D320-3610-E06B194B910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sz="1600" dirty="0"/>
              <a:t>露西</a:t>
            </a:r>
            <a:r>
              <a:rPr lang="en-US" altLang="zh-CN" sz="1600" dirty="0"/>
              <a:t>Lucie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B7A4622F-07DA-EE9C-26DC-C1E388BAD3E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zh-CN" sz="1600" dirty="0"/>
              <a:t>CP</a:t>
            </a:r>
            <a:r>
              <a:rPr lang="zh-CN" altLang="en-US" sz="1600" dirty="0"/>
              <a:t>曲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02647E77-F558-82FA-646B-3356B7DC9A3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sz="1600" dirty="0"/>
              <a:t>Yes</a:t>
            </a:r>
            <a:r>
              <a:rPr lang="zh-CN" altLang="en-US" sz="1600" dirty="0"/>
              <a:t>先生现身眼前</a:t>
            </a:r>
          </a:p>
          <a:p>
            <a:r>
              <a:rPr lang="en-US" altLang="zh-CN" sz="1600" dirty="0"/>
              <a:t>Yes</a:t>
            </a:r>
            <a:r>
              <a:rPr lang="zh-CN" altLang="en-US" sz="1600" dirty="0"/>
              <a:t>先生永不解释且永不埋怨</a:t>
            </a:r>
          </a:p>
          <a:p>
            <a:r>
              <a:rPr lang="en-US" altLang="zh-CN" sz="1600" dirty="0"/>
              <a:t>Yes</a:t>
            </a:r>
            <a:r>
              <a:rPr lang="zh-CN" altLang="en-US" sz="1600" dirty="0"/>
              <a:t>先生微笑完美表情不刻板</a:t>
            </a:r>
          </a:p>
          <a:p>
            <a:r>
              <a:rPr lang="en-US" altLang="zh-CN" sz="1600" dirty="0"/>
              <a:t>Yes</a:t>
            </a:r>
            <a:r>
              <a:rPr lang="zh-CN" altLang="en-US" sz="1600" dirty="0"/>
              <a:t>先生他见过无数大世面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FD4476B-F6E8-DBF5-E878-9AE55FB1DA0E}"/>
              </a:ext>
            </a:extLst>
          </p:cNvPr>
          <p:cNvPicPr>
            <a:picLocks/>
          </p:cNvPicPr>
          <p:nvPr/>
        </p:nvPicPr>
        <p:blipFill>
          <a:blip r:embed="rId3"/>
          <a:srcRect r="38450"/>
          <a:stretch>
            <a:fillRect/>
          </a:stretch>
        </p:blipFill>
        <p:spPr>
          <a:xfrm>
            <a:off x="4979733" y="3572763"/>
            <a:ext cx="6690184" cy="1286054"/>
          </a:xfrm>
          <a:prstGeom prst="rect">
            <a:avLst/>
          </a:prstGeom>
        </p:spPr>
      </p:pic>
      <p:pic>
        <p:nvPicPr>
          <p:cNvPr id="12" name="Picture 11" descr="sq_YES先生_洛萱_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027" y="1112478"/>
            <a:ext cx="216000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24857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占位符 12">
            <a:extLst>
              <a:ext uri="{FF2B5EF4-FFF2-40B4-BE49-F238E27FC236}">
                <a16:creationId xmlns:a16="http://schemas.microsoft.com/office/drawing/2014/main" id="{DB4042D3-449C-C151-7452-63246186BD4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393" r="393"/>
          <a:stretch/>
        </p:blipFill>
        <p:spPr>
          <a:prstGeom prst="rect">
            <a:avLst/>
          </a:prstGeom>
        </p:spPr>
      </p:pic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6C5E67-4AAE-D4D6-27D5-AEF20F204D8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《Silent Doll》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C22531-17EC-54FB-7191-FA9E77C590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水一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B002E8-F0D6-FE0D-C3D9-81A7804AC1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Asado</a:t>
            </a:r>
            <a:endParaRPr lang="zh-CN" altLang="en-US" dirty="0"/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EEF378FC-E47A-627E-DF19-79C71B212D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三喵铺子？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05BEAAE-43E0-604E-CC3D-D0EA631116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b="1" dirty="0">
                <a:latin typeface="Times" panose="02020603050405020304" pitchFamily="18" charset="0"/>
                <a:cs typeface="Times" panose="02020603050405020304" pitchFamily="18" charset="0"/>
              </a:rPr>
              <a:t>Boys and girls</a:t>
            </a:r>
          </a:p>
          <a:p>
            <a:r>
              <a:rPr lang="en-US" altLang="zh-CN" b="1" dirty="0">
                <a:latin typeface="Times" panose="02020603050405020304" pitchFamily="18" charset="0"/>
                <a:cs typeface="Times" panose="02020603050405020304" pitchFamily="18" charset="0"/>
              </a:rPr>
              <a:t>Be terrors or saints</a:t>
            </a:r>
          </a:p>
          <a:p>
            <a:r>
              <a:rPr lang="en-US" altLang="zh-CN" b="1" dirty="0">
                <a:latin typeface="Times" panose="02020603050405020304" pitchFamily="18" charset="0"/>
                <a:cs typeface="Times" panose="02020603050405020304" pitchFamily="18" charset="0"/>
              </a:rPr>
              <a:t>No one escaped from</a:t>
            </a:r>
          </a:p>
          <a:p>
            <a:r>
              <a:rPr lang="en-US" altLang="zh-CN" b="1" dirty="0">
                <a:latin typeface="Times" panose="02020603050405020304" pitchFamily="18" charset="0"/>
                <a:cs typeface="Times" panose="02020603050405020304" pitchFamily="18" charset="0"/>
              </a:rPr>
              <a:t>Our jeering or </a:t>
            </a:r>
            <a:r>
              <a:rPr lang="en-US" altLang="zh-CN" b="1" dirty="0" err="1">
                <a:latin typeface="Times" panose="02020603050405020304" pitchFamily="18" charset="0"/>
                <a:cs typeface="Times" panose="02020603050405020304" pitchFamily="18" charset="0"/>
              </a:rPr>
              <a:t>predators’sight</a:t>
            </a:r>
            <a:endParaRPr lang="zh-CN" altLang="en-US" b="1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F0B22C4-3288-1E2D-411C-8B6F60F84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853" y="3588777"/>
            <a:ext cx="5201376" cy="21148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B90D5D9-A178-BE86-61F0-FE9E6BAE1D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360" y="2243634"/>
            <a:ext cx="5839640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04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7060</Words>
  <Application>Microsoft Office PowerPoint</Application>
  <PresentationFormat>宽屏</PresentationFormat>
  <Paragraphs>1144</Paragraphs>
  <Slides>131</Slides>
  <Notes>71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131</vt:i4>
      </vt:variant>
    </vt:vector>
  </HeadingPairs>
  <TitlesOfParts>
    <vt:vector size="139" baseType="lpstr">
      <vt:lpstr>Noto Sans S Chinese Medium</vt:lpstr>
      <vt:lpstr>Noto Sans SC Black</vt:lpstr>
      <vt:lpstr>等线</vt:lpstr>
      <vt:lpstr>微软雅黑</vt:lpstr>
      <vt:lpstr>Arial</vt:lpstr>
      <vt:lpstr>Times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2026-08-03T10:49:08Z</dcterms:created>
  <dcterms:modified xsi:type="dcterms:W3CDTF">2026-08-03T10:49:23Z</dcterms:modified>
</cp:coreProperties>
</file>